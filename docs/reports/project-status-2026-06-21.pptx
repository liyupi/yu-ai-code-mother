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30097" y="0"/>
            <a:ext cx="3901342" cy="6858000"/>
          </a:xfrm>
          <a:prstGeom prst="rect">
            <a:avLst/>
          </a:prstGeom>
          <a:solidFill>
            <a:srgbClr val="1C7293">
              <a:alpha val="5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64008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150876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7744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38360" y="64008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150876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37744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0" y="64008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713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40" kern="0" dirty="0">
                <a:solidFill>
                  <a:srgbClr val="CF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129844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31520" y="20848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面向项目维护者 / 团队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2816352"/>
            <a:ext cx="2926080" cy="512064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980944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2026-06-21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43800" y="1005840"/>
            <a:ext cx="3429000" cy="3794760"/>
          </a:xfrm>
          <a:prstGeom prst="roundRect">
            <a:avLst>
              <a:gd name="adj" fmla="val 4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572768"/>
            <a:ext cx="1965960" cy="1965960"/>
          </a:xfrm>
          <a:prstGeom prst="ellipse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7882128" y="3767328"/>
            <a:ext cx="822960" cy="411480"/>
          </a:xfrm>
          <a:prstGeom prst="chevron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79408" y="3767328"/>
            <a:ext cx="822960" cy="41148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76688" y="3767328"/>
            <a:ext cx="822960" cy="41148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443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→ 生成 → 预览 → 部署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619963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数据来源：README、主要模块目录、git log、构建/测试配置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15087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58368" y="1508760"/>
            <a:ext cx="109728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50976" y="172821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0976" y="1837944"/>
            <a:ext cx="411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81328" y="1709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2075688"/>
            <a:ext cx="16002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 + LangChain4j + Vue 3 的企业级 AI 代码生成平台，强调 AI 应用开发与后端架构实战。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3547872" y="15087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547872" y="1508760"/>
            <a:ext cx="109728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840480" y="1728216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40480" y="1837944"/>
            <a:ext cx="411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70832" y="1709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当前形态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70832" y="2075688"/>
            <a:ext cx="16002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主仓库保留单体应用完整能力，同时包含微服务改造目录，便于教学、演进与架构对照。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437376" y="15087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37376" y="1508760"/>
            <a:ext cx="109728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729984" y="1728216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29984" y="1837944"/>
            <a:ext cx="411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60336" y="1709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业务闭环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60336" y="2075688"/>
            <a:ext cx="160020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用户输入需求后，AI 生成代码并流式返回；前端支持实时预览、应用管理、部署和源码下载。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9326880" y="1508760"/>
            <a:ext cx="22402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326880" y="1508760"/>
            <a:ext cx="10972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19488" y="1728216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619488" y="1837944"/>
            <a:ext cx="411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149840" y="17099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今日结论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149840" y="2075688"/>
            <a:ext cx="123444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核心链路已成型；近期仓库最新主线为微服务拆分、部署上线和可观测性。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777240" y="3977640"/>
            <a:ext cx="10652760" cy="109728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05840" y="4261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状态判断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057400" y="4187952"/>
            <a:ext cx="8915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能力链完整度较高，工程化证据仍偏人工：未发现 GitHub Actions 工作流；测试文件与构建脚本存在，但缺少可追溯的自动运行结果。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554480"/>
            <a:ext cx="2423160" cy="36118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444752" y="1874520"/>
            <a:ext cx="1005840" cy="10058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44752" y="2221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154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7552" y="3657600"/>
            <a:ext cx="190195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根据用户提示词选择策略，通过工具调用生成 HTML / 多文件 / Vue 项目代码，并用 SSE 实时反馈。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60120" y="4864608"/>
            <a:ext cx="19659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20440" y="1554480"/>
            <a:ext cx="2423160" cy="36118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33672" y="187452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33672" y="2221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3154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776472" y="3657600"/>
            <a:ext cx="190195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生成结果可在前端实时展示，支持进入编辑模式、选择页面元素并继续与 AI 对话调整。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3749040" y="4864608"/>
            <a:ext cx="19659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2423160" cy="36118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022592" y="1874520"/>
            <a:ext cx="1005840" cy="10058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22592" y="2221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3154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65392" y="3657600"/>
            <a:ext cx="190195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后端支持应用部署、封面截图、静态资源访问和项目源码打包下载，形成交付闭环。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537960" y="4864608"/>
            <a:ext cx="19659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098280" y="1554480"/>
            <a:ext cx="2423160" cy="36118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811512" y="1874520"/>
            <a:ext cx="1005840" cy="10058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811512" y="2221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0" y="3154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管理监控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354312" y="3657600"/>
            <a:ext cx="190195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提供用户、应用、精选应用、对话历史与监控能力；管理员可进行应用治理和业务观测。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9326880" y="4864608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架构与模块地图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41732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主应用能力域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2212848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8FCFD"/>
          </a:solidFill>
          <a:ln w="12700">
            <a:solidFill>
              <a:srgbClr val="B9DDE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07008" y="233172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mapper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05840" y="2779776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9F0F3"/>
          </a:solidFill>
          <a:ln w="12700">
            <a:solidFill>
              <a:srgbClr val="B9DDE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07008" y="289864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langgraph4j / prompt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005840" y="3346704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8FCFD"/>
          </a:solidFill>
          <a:ln w="12700">
            <a:solidFill>
              <a:srgbClr val="B9DDE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07008" y="346557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builder / parser / saver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05840" y="3913632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9F0F3"/>
          </a:solidFill>
          <a:ln w="12700">
            <a:solidFill>
              <a:srgbClr val="B9DDE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07008" y="4032504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ratelimiter / config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1005840" y="4480560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8FCFD"/>
          </a:solidFill>
          <a:ln w="12700">
            <a:solidFill>
              <a:srgbClr val="B9DDE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07008" y="4599432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resource / deploy / screenshot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245352" y="141732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19672" y="1719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微服务改造目录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19672" y="217627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11112" y="232257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851392" y="217627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942832" y="232257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519672" y="281635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11112" y="296265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851392" y="281635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42832" y="296265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519672" y="345643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11112" y="360273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851392" y="345643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942832" y="360273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519672" y="4096512"/>
            <a:ext cx="2029968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11112" y="424281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897880" y="3401568"/>
            <a:ext cx="347472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8640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并存演进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天：未发现提交记录。下列为仓库最新一批可追溯变更，用于判断当前主线。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4128" y="2331720"/>
            <a:ext cx="9966960" cy="0"/>
          </a:xfrm>
          <a:prstGeom prst="line">
            <a:avLst/>
          </a:prstGeom>
          <a:noFill/>
          <a:ln w="381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2075688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224028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743200"/>
            <a:ext cx="21488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29443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2735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1832" y="36758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补齐上线部署相关能力，连接生成应用到可访问交付物。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749040" y="2075688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49040" y="224028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20440" y="2743200"/>
            <a:ext cx="21488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03320" y="29443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03320" y="32735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730752" y="36758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Actuator / Prometheus / Grafana 方向配置，开始形成监控基础。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37960" y="2075688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37960" y="224028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21488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92240" y="29443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32735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19672" y="36758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common、model、client、user、ai、app、screenshot 拆分服务模块。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326880" y="2075688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326880" y="2240280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98280" y="2743200"/>
            <a:ext cx="21488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281160" y="29443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81160" y="32735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改造完成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308592" y="36758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最新提交标记“微服务改造完成”，保留完整单体项目代码作对照。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77240" y="4937760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D9F0F3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60120" y="5138928"/>
            <a:ext cx="10195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提示：多条微服务改造中间态提交自身说明“不要单独使用当前提交”，当前应以最新完成态提交为基线。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SIGNALS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1463040"/>
            <a:ext cx="196596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1832" y="1627632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3544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主代码文件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" y="256032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src/main/java 统计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971800" y="1463040"/>
            <a:ext cx="196596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136392" y="1627632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118104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测试文件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18104" y="256032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src/test/java 统计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166360" y="1463040"/>
            <a:ext cx="196596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30952" y="1627632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312664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单文件组件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12664" y="256032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src 统计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60920" y="1463040"/>
            <a:ext cx="196596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25512" y="1627632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507224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07224" y="256032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microservice/pom.xml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9555480" y="1463040"/>
            <a:ext cx="196596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889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720072" y="1627632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701784" y="226771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主应用控制器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01784" y="256032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目录统计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77240" y="3822192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5840" y="4096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线上业务指标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4988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本次仅基于仓库内容生成报告，未读取到生产环境请求量、AI 调用成本、生成成功率或部署成功率看板快照。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6236208" y="3822192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92240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建议补齐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44988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Prometheus / Grafana 中固化每日汇报需要的 4 个指标：生成请求数、成功率、平均耗时、模型与部署成本。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测试配置状态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141732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51560" y="158191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172364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691640" y="15819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 CI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17520" y="15819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配置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158191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当前缺少可追溯的云端构建、测试和制品校验记录。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77240" y="2441448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51560" y="260604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51560" y="2747772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691640" y="260604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17520" y="26060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Spring Boot Test 已配置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80760" y="260604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仓库包含 AI、工作流、解析器、截图等 15 个 Java 测试文件。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777240" y="3465576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1560" y="363016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51560" y="3771900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691640" y="363016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前端脚本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17520" y="3630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build / lint / type-check 已配置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80760" y="363016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前端具备类型检查、构建和格式化脚本。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777240" y="4489704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1560" y="465429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51560" y="4796028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691640" y="46542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017520" y="46542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抓取配置存在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80760" y="465429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actuator/prometheus 已规划，但告警规则文件尚未启用。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822960" y="55961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最近状态说明：无 CI 工作流可查询运行记录；本次报告未修改业务代码，未执行全量测试。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146304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05840" y="169164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1801368"/>
            <a:ext cx="6583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37944" y="1682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环境依赖复杂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37944" y="2084832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模型密钥、MySQL、Redis、Nacos、COS、浏览器截图链路均可能影响本地/测试环境复现。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46520" y="169164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1801368"/>
            <a:ext cx="6583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78624" y="1682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78624" y="2084832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两套工程形态同时存在，接口、DTO、配置和部署脚本容易发生漂移。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77240" y="333756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" y="356616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3675888"/>
            <a:ext cx="6583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37944" y="35570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自动化证据不足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37944" y="3959352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工作流；构建、测试、截图、部署链路缺少统一准入门槛。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217920" y="333756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46520" y="356616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46520" y="3675888"/>
            <a:ext cx="6583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78624" y="35570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监控闭环未完整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78624" y="3959352"/>
            <a:ext cx="3429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配置存在，但告警规则、仪表盘快照和业务指标口径未固化到日报。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77240" y="5349240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D9F0F3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5840" y="5522976"/>
            <a:ext cx="9966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当前阻塞不是单点功能缺失，而是环境、自动化和观测证据需要标准化，才能支撑持续交付。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" y="0"/>
            <a:ext cx="8229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0" y="-411480"/>
            <a:ext cx="1554480" cy="1554480"/>
          </a:xfrm>
          <a:prstGeom prst="ellipse">
            <a:avLst/>
          </a:prstGeom>
          <a:solidFill>
            <a:srgbClr val="D9F0F3">
              <a:alpha val="92000"/>
            </a:srgbClr>
          </a:solidFill>
          <a:ln w="12700">
            <a:solidFill>
              <a:srgbClr val="D9F0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966960" y="53035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04120" y="6309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618134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2026-06-21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109960" y="5815584"/>
            <a:ext cx="530352" cy="530352"/>
          </a:xfrm>
          <a:prstGeom prst="ellipse">
            <a:avLst/>
          </a:prstGeom>
          <a:solidFill>
            <a:srgbClr val="D9F0F3"/>
          </a:solidFill>
          <a:ln w="635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201400" y="58978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134416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1508760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72768" y="1325880"/>
            <a:ext cx="97383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47088" y="148132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CI 基线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41648" y="146304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为后端 Maven 测试、前端 type-check/build、格式检查配置 GitHub Actions 或等价流水线。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2148840"/>
            <a:ext cx="475488" cy="47548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1248" y="2313432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572768" y="2130552"/>
            <a:ext cx="97383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847088" y="228600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固化冒烟链路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41648" y="2267712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覆盖注册/登录、创建应用、SSE 生成、预览、部署、源码下载的最小闭环。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1248" y="295351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248" y="3118104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572768" y="2935224"/>
            <a:ext cx="97383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847088" y="309067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收敛微服务边界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41648" y="3072384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确认单体与微服务目录的长期维护策略，减少 DTO、接口和配置重复漂移。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3758184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41248" y="3922776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572768" y="3739896"/>
            <a:ext cx="97383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847088" y="389534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补齐监控看板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41648" y="3877056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AI 调用量、成功率、耗时、成本、部署成功率接入日报口径。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1248" y="4562856"/>
            <a:ext cx="475488" cy="47548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1248" y="4727448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572768" y="4544568"/>
            <a:ext cx="97383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B9DDE5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847088" y="47000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强化安全与成本治理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41648" y="4681728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继续完善限流、权限、输入安全、模型调用预算和异常降级策略。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1248" y="5486400"/>
            <a:ext cx="1046988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24128" y="5614416"/>
            <a:ext cx="9966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优先级建议：先补 CI 与冒烟测试，再推进服务边界收敛和指标运营化。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730097" y="0"/>
            <a:ext cx="3901342" cy="6858000"/>
          </a:xfrm>
          <a:prstGeom prst="rect">
            <a:avLst/>
          </a:prstGeom>
          <a:solidFill>
            <a:srgbClr val="1C7293">
              <a:alpha val="5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021" y="0"/>
            <a:ext cx="3413675" cy="6858000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0" y="64008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32520" y="150876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235440" y="237744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738360" y="64008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241280" y="150876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744200" y="237744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247120" y="640080"/>
            <a:ext cx="164592" cy="164592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713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49808" y="1298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今日维护者视角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901952"/>
            <a:ext cx="470916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1901952"/>
            <a:ext cx="91440" cy="9326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15568" y="21031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993392" y="2084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平台已覆盖 AI 生成、可视化编辑、部署下载、后台管理与监控基础。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901952"/>
            <a:ext cx="470916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26480" y="1901952"/>
            <a:ext cx="91440" cy="9326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19088" y="21031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工程面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96912" y="2084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最新主线为微服务化改造完成，单体与微服务并存是当前维护重点。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3291840"/>
            <a:ext cx="470916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22960" y="3291840"/>
            <a:ext cx="91440" cy="9326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15568" y="3493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质量面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993392" y="3474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测试文件和构建脚本存在，但缺少自动 CI 运行记录和统一质量门禁。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26480" y="3291840"/>
            <a:ext cx="4709160" cy="932688"/>
          </a:xfrm>
          <a:prstGeom prst="roundRect">
            <a:avLst>
              <a:gd name="adj" fmla="val 1176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26480" y="3291840"/>
            <a:ext cx="91440" cy="9326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19088" y="3493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296912" y="3474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1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建议优先补齐 CI、冒烟链路和日报指标，再推进微服务边界治理。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965960" y="5138928"/>
            <a:ext cx="8275320" cy="658368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148840" y="5385816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建议今日关注：自动化质量证据 + 微服务边界治理 + 指标口径固化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" y="6144768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报告文件：docs/reports/project-status-2026-06-21.pptx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yu-ai-code-mother 每日项目状态汇报 2026-06-21</dc:title>
  <dc:subject>每日项目状态汇报</dc:subject>
  <dc:creator>Cursor Automation</dc:creator>
  <cp:lastModifiedBy>Cursor Automation</cp:lastModifiedBy>
  <cp:revision>1</cp:revision>
  <dcterms:created xsi:type="dcterms:W3CDTF">2026-06-21T09:06:29Z</dcterms:created>
  <dcterms:modified xsi:type="dcterms:W3CDTF">2026-06-21T09:06:29Z</dcterms:modified>
</cp:coreProperties>
</file>