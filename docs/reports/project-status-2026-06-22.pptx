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-320040"/>
            <a:ext cx="3383280" cy="3383280"/>
          </a:xfrm>
          <a:prstGeom prst="arc">
            <a:avLst/>
          </a:prstGeom>
          <a:noFill/>
          <a:ln w="38100">
            <a:solidFill>
              <a:srgbClr val="00A896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502920"/>
            <a:ext cx="1097280" cy="1097280"/>
          </a:xfrm>
          <a:prstGeom prst="ellipse">
            <a:avLst/>
          </a:prstGeom>
          <a:solidFill>
            <a:srgbClr val="02C39A">
              <a:alpha val="2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577840"/>
            <a:ext cx="1005840" cy="100584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-731520"/>
            <a:ext cx="5212080" cy="5212080"/>
          </a:xfrm>
          <a:prstGeom prst="ellipse">
            <a:avLst/>
          </a:prstGeom>
          <a:solidFill>
            <a:srgbClr val="028090">
              <a:alpha val="8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0" y="1005840"/>
            <a:ext cx="2743200" cy="2743200"/>
          </a:xfrm>
          <a:prstGeom prst="ellipse">
            <a:avLst/>
          </a:prstGeom>
          <a:solidFill>
            <a:srgbClr val="02C39A">
              <a:alpha val="64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640080"/>
            <a:ext cx="233172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704088"/>
            <a:ext cx="2112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维护者 / 团队汇报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87452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94944" y="27432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F7F4"/>
                </a:solidFill>
              </a:rPr>
              <a:t>AI 零代码应用生成平台（yu-ai-code-mother）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2026-06-22 · 北京时间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35240" y="4782312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083D50">
              <a:alpha val="92000"/>
            </a:srgbClr>
          </a:solidFill>
          <a:ln w="12700">
            <a:solidFill>
              <a:srgbClr val="177E89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82128" y="4983480"/>
            <a:ext cx="3182112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本次范围：README、主要模块、近 7 天提交、测试/CI 配置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82128" y="5513832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FEDE8"/>
                </a:solidFill>
              </a:rPr>
              <a:t>目标：帮助维护者快速判断能力状态、风险与下一步优先级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CFB"/>
          </a:solidFill>
          <a:ln w="12700">
            <a:solidFill>
              <a:srgbClr val="F5FC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-320040"/>
            <a:ext cx="3383280" cy="3383280"/>
          </a:xfrm>
          <a:prstGeom prst="arc">
            <a:avLst/>
          </a:prstGeom>
          <a:noFill/>
          <a:ln w="38100">
            <a:solidFill>
              <a:srgbClr val="B7E5E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502920"/>
            <a:ext cx="1097280" cy="1097280"/>
          </a:xfrm>
          <a:prstGeom prst="ellipse">
            <a:avLst/>
          </a:prstGeom>
          <a:solidFill>
            <a:srgbClr val="EAF8F7">
              <a:alpha val="90000"/>
            </a:srgbClr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577840"/>
            <a:ext cx="1005840" cy="10058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478"/>
                </a:solidFill>
              </a:rPr>
              <a:t>定位：面向用户提示词的 AI 应用生成、预览、编辑、部署与管理平台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118872" cy="502920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23A"/>
                </a:solidFill>
              </a:rPr>
              <a:t>一句话状态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2011680"/>
            <a:ext cx="4983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2331720"/>
            <a:ext cx="4370832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项目主体能力已覆盖“从需求描述到可访问应用”的闭环：用户创建应用后，AI 自动选择生成策略并流式输出，前端实时预览，后端支持部署、截图、源码下载与后台管理。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9264" y="37033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028090">
              <a:alpha val="94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785616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Spring Boot 3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487168" y="37033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028090">
              <a:alpha val="94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785616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LangChain4j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005072" y="37033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028090">
              <a:alpha val="94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78224" y="3785616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Vue 3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69264" y="41605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028090">
              <a:alpha val="94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242816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SSE 流式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487168" y="41605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028090">
              <a:alpha val="94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242816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部署分享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005072" y="41605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028090">
              <a:alpha val="94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78224" y="4242816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后台管理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172200" y="1572768"/>
            <a:ext cx="2331720" cy="1225296"/>
          </a:xfrm>
          <a:prstGeom prst="roundRect">
            <a:avLst>
              <a:gd name="adj" fmla="val 597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36792" y="16916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132320" y="1764792"/>
            <a:ext cx="11430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代码生成模式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2350008"/>
            <a:ext cx="193852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DF7F4"/>
                </a:solidFill>
              </a:rPr>
              <a:t>HTML / 多文件 / Vue 工程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823960" y="1572768"/>
            <a:ext cx="23317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88552" y="16916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</a:rPr>
              <a:t>7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784080" y="1764792"/>
            <a:ext cx="11430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06840" y="2350008"/>
            <a:ext cx="193852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A7478"/>
                </a:solidFill>
              </a:rPr>
              <a:t>common/model/client/user/app/ai/screenshot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172200" y="3172968"/>
            <a:ext cx="23317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36792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</a:rPr>
              <a:t>14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132320" y="3364992"/>
            <a:ext cx="11430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测试文件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3950208"/>
            <a:ext cx="193852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A7478"/>
                </a:solidFill>
              </a:rPr>
              <a:t>覆盖 AI、工作流、工具与截图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8823960" y="3172968"/>
            <a:ext cx="23317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988552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</a:rPr>
              <a:t>0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9784080" y="3364992"/>
            <a:ext cx="11430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workflow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06840" y="3950208"/>
            <a:ext cx="193852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A7478"/>
                </a:solidFill>
              </a:rPr>
              <a:t>.github/workflows 未发现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56692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478"/>
                </a:solidFill>
              </a:rPr>
              <a:t>yu-ai-code-mother · 每日项目状态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09960" y="6400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CFB"/>
          </a:solidFill>
          <a:ln w="12700">
            <a:solidFill>
              <a:srgbClr val="F5FC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-320040"/>
            <a:ext cx="3383280" cy="3383280"/>
          </a:xfrm>
          <a:prstGeom prst="arc">
            <a:avLst/>
          </a:prstGeom>
          <a:noFill/>
          <a:ln w="38100">
            <a:solidFill>
              <a:srgbClr val="B7E5E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502920"/>
            <a:ext cx="1097280" cy="1097280"/>
          </a:xfrm>
          <a:prstGeom prst="ellipse">
            <a:avLst/>
          </a:prstGeom>
          <a:solidFill>
            <a:srgbClr val="EAF8F7">
              <a:alpha val="90000"/>
            </a:srgbClr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577840"/>
            <a:ext cx="1005840" cy="10058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核心能力矩阵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478"/>
                </a:solidFill>
              </a:rPr>
              <a:t>以用户应用生命周期为主线，能力已覆盖生成、编辑、交付和治理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32918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16459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007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08176" y="1673352"/>
            <a:ext cx="214884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2157984"/>
            <a:ext cx="2788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5323A"/>
                </a:solidFill>
              </a:rPr>
              <a:t>AI 根据提示词路由到 HTML、多文件或 Vue 工程模式，支持结构化解析、保存与构建。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61688" y="1444752"/>
            <a:ext cx="32918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16459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7007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11496" y="1673352"/>
            <a:ext cx="214884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流式交互体验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17720" y="2157984"/>
            <a:ext cx="2788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5323A"/>
                </a:solidFill>
              </a:rPr>
              <a:t>后端通过 SSE/Flux 返回生成进度，前端对话区同步展示 AI 输出与工具执行信息。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8065008" y="1444752"/>
            <a:ext cx="32918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93608" y="16459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7007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14816" y="1673352"/>
            <a:ext cx="214884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21040" y="2157984"/>
            <a:ext cx="2788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5323A"/>
                </a:solidFill>
              </a:rPr>
              <a:t>预览 iframe 中可选中元素并把选择器、文本、路径带回对话，支持针对页面元素迭代修改。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58368" y="3456432"/>
            <a:ext cx="32918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6968" y="365760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08176" y="3685032"/>
            <a:ext cx="214884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部署与分享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14400" y="4169664"/>
            <a:ext cx="2788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5323A"/>
                </a:solidFill>
              </a:rPr>
              <a:t>应用代码可复制到部署目录，Vue 工程先构建 dist；部署后异步生成截图封面。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4361688" y="3456432"/>
            <a:ext cx="32918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90288" y="365760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11496" y="3685032"/>
            <a:ext cx="214884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617720" y="4169664"/>
            <a:ext cx="2788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5323A"/>
                </a:solidFill>
              </a:rPr>
              <a:t>提供用户、应用、聊天历史等后台页面，支持精选应用、权限校验和分页查询。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8065008" y="3456432"/>
            <a:ext cx="32918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93608" y="365760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93608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14816" y="3685032"/>
            <a:ext cx="2148840" cy="246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治理基础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321040" y="4169664"/>
            <a:ext cx="2788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5323A"/>
                </a:solidFill>
              </a:rPr>
              <a:t>Redisson 用户级限流、Actuator/Prometheus 依赖、监控上下文传递和测试样例已具备。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56692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478"/>
                </a:solidFill>
              </a:rPr>
              <a:t>yu-ai-code-mother · 每日项目状态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09960" y="6400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CFB"/>
          </a:solidFill>
          <a:ln w="12700">
            <a:solidFill>
              <a:srgbClr val="F5FC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-320040"/>
            <a:ext cx="3383280" cy="3383280"/>
          </a:xfrm>
          <a:prstGeom prst="arc">
            <a:avLst/>
          </a:prstGeom>
          <a:noFill/>
          <a:ln w="38100">
            <a:solidFill>
              <a:srgbClr val="B7E5E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502920"/>
            <a:ext cx="1097280" cy="1097280"/>
          </a:xfrm>
          <a:prstGeom prst="ellipse">
            <a:avLst/>
          </a:prstGeom>
          <a:solidFill>
            <a:srgbClr val="EAF8F7">
              <a:alpha val="90000"/>
            </a:srgbClr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577840"/>
            <a:ext cx="1005840" cy="10058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架构与模块视图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478"/>
                </a:solidFill>
              </a:rPr>
              <a:t>单体主应用与微服务演进目录并存，核心链路围绕 App / AI / Frontend 展开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609344"/>
            <a:ext cx="2423160" cy="32461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8745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293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1911096"/>
            <a:ext cx="150876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前端体验层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987552" y="2542032"/>
            <a:ext cx="1901952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Vue 3 + TypeScript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Ant Design Vue / Pinia / Router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应用创建、对话、预览、编辑、管理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163824" y="2871216"/>
            <a:ext cx="411480" cy="365760"/>
          </a:xfrm>
          <a:prstGeom prst="rightArrow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7872" y="1609344"/>
            <a:ext cx="2423160" cy="3246120"/>
          </a:xfrm>
          <a:prstGeom prst="roundRect">
            <a:avLst>
              <a:gd name="adj" fmla="val 3019"/>
            </a:avLst>
          </a:prstGeom>
          <a:solidFill>
            <a:srgbClr val="EAF8F7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18745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9293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1911096"/>
            <a:ext cx="150876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 API 层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3803904" y="2542032"/>
            <a:ext cx="1901952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Spring Boot 3 控制器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App / User / ChatHistory / Workflow SSE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权限校验、分页、缓存、下载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980176" y="2871216"/>
            <a:ext cx="411480" cy="365760"/>
          </a:xfrm>
          <a:prstGeom prst="rightArrow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1609344"/>
            <a:ext cx="2423160" cy="32461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28816" y="18745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19293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22592" y="1911096"/>
            <a:ext cx="150876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编排层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6620256" y="2542032"/>
            <a:ext cx="1901952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LangChain4j + LangGraph4j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路由、生成、质检、工具调用、项目构建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TokenStream 转 Flux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8796528" y="2871216"/>
            <a:ext cx="411480" cy="365760"/>
          </a:xfrm>
          <a:prstGeom prst="rightArrow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0576" y="1609344"/>
            <a:ext cx="2423160" cy="32461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45168" y="1874520"/>
            <a:ext cx="384048" cy="384048"/>
          </a:xfrm>
          <a:prstGeom prst="ellipse">
            <a:avLst/>
          </a:prstGeom>
          <a:solidFill>
            <a:srgbClr val="023047"/>
          </a:solidFill>
          <a:ln w="12700">
            <a:solidFill>
              <a:srgbClr val="0230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45168" y="19293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38944" y="1911096"/>
            <a:ext cx="150876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交付与治理层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9436608" y="2542032"/>
            <a:ext cx="1901952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文件保存 / 部署目录 / 截图服务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Redis 限流、Actuator、Prometheus 依赖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5323A"/>
                </a:solidFill>
              </a:rPr>
              <a:t>微服务模块拆分准备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950976" y="5230368"/>
            <a:ext cx="10287000" cy="640080"/>
          </a:xfrm>
          <a:prstGeom prst="roundRect">
            <a:avLst>
              <a:gd name="adj" fmla="val 11429"/>
            </a:avLst>
          </a:prstGeom>
          <a:solidFill>
            <a:srgbClr val="E2F5F3"/>
          </a:solidFill>
          <a:ln w="12700">
            <a:solidFill>
              <a:srgbClr val="B7E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5413248"/>
            <a:ext cx="9646920" cy="210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微服务目录：yu-ai-code-common / model / client / user / app / ai / screenshot；用于后续服务边界、Dubbo 调用和独立部署治理。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692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478"/>
                </a:solidFill>
              </a:rPr>
              <a:t>yu-ai-code-mother · 每日项目状态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09960" y="6400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CFB"/>
          </a:solidFill>
          <a:ln w="12700">
            <a:solidFill>
              <a:srgbClr val="F5FC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-320040"/>
            <a:ext cx="3383280" cy="3383280"/>
          </a:xfrm>
          <a:prstGeom prst="arc">
            <a:avLst/>
          </a:prstGeom>
          <a:noFill/>
          <a:ln w="38100">
            <a:solidFill>
              <a:srgbClr val="B7E5E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502920"/>
            <a:ext cx="1097280" cy="1097280"/>
          </a:xfrm>
          <a:prstGeom prst="ellipse">
            <a:avLst/>
          </a:prstGeom>
          <a:solidFill>
            <a:srgbClr val="EAF8F7">
              <a:alpha val="90000"/>
            </a:srgbClr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577840"/>
            <a:ext cx="1005840" cy="10058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478"/>
                </a:solidFill>
              </a:rPr>
              <a:t>近 7 天提交以日报产物为主，未观察到业务代码新增提交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18872" cy="502920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23A"/>
                </a:solidFill>
              </a:rPr>
              <a:t>提交节奏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05840" y="2487168"/>
            <a:ext cx="9738360" cy="0"/>
          </a:xfrm>
          <a:prstGeom prst="line">
            <a:avLst/>
          </a:prstGeom>
          <a:noFill/>
          <a:ln w="27940">
            <a:solidFill>
              <a:srgbClr val="02809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0120" y="22860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828800"/>
            <a:ext cx="6858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5323A"/>
                </a:solidFill>
              </a:rPr>
              <a:t>新增每日状态汇报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2697480" y="22860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2907792"/>
            <a:ext cx="6858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3136392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5323A"/>
                </a:solidFill>
              </a:rPr>
              <a:t>新增并优化日报版式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434840" y="22860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1828800"/>
            <a:ext cx="6858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23360" y="2057400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5323A"/>
                </a:solidFill>
              </a:rPr>
              <a:t>新增每日状态汇报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172200" y="22860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2907792"/>
            <a:ext cx="6858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60720" y="3136392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5323A"/>
                </a:solidFill>
              </a:rPr>
              <a:t>新增日报并清理占位词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909560" y="22860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36408" y="1828800"/>
            <a:ext cx="6858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0" y="2057400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5323A"/>
                </a:solidFill>
              </a:rPr>
              <a:t>新增日报并优化字体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9646920" y="2286000"/>
            <a:ext cx="411480" cy="41148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3768" y="2907792"/>
            <a:ext cx="6858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06-20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35440" y="3136392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5323A"/>
                </a:solidFill>
              </a:rPr>
              <a:t>新增每日状态汇报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749808" y="457200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EAF8F7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87552" y="4754880"/>
            <a:ext cx="10058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近期判断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7552" y="5074920"/>
            <a:ext cx="272491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323A"/>
                </a:solidFill>
              </a:rPr>
              <a:t>报告体系持续补齐，便于自动化巡检留痕；业务功能提交在本窗口内未出现新增。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498848" y="457200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36592" y="4754880"/>
            <a:ext cx="10058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维护含义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36592" y="5074920"/>
            <a:ext cx="272491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323A"/>
                </a:solidFill>
              </a:rPr>
              <a:t>当前应把关注点转向真实运行指标、CI 质量门禁和关键链路回归验证。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8247888" y="457200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485632" y="4754880"/>
            <a:ext cx="10058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昨日状态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85632" y="5074920"/>
            <a:ext cx="272491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323A"/>
                </a:solidFill>
              </a:rPr>
              <a:t>北京时间 06-21 未发现新的业务代码提交；本次继续生成 06-22 日报。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56692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478"/>
                </a:solidFill>
              </a:rPr>
              <a:t>yu-ai-code-mother · 每日项目状态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09960" y="6400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CFB"/>
          </a:solidFill>
          <a:ln w="12700">
            <a:solidFill>
              <a:srgbClr val="F5FC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-320040"/>
            <a:ext cx="3383280" cy="3383280"/>
          </a:xfrm>
          <a:prstGeom prst="arc">
            <a:avLst/>
          </a:prstGeom>
          <a:noFill/>
          <a:ln w="38100">
            <a:solidFill>
              <a:srgbClr val="B7E5E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502920"/>
            <a:ext cx="1097280" cy="1097280"/>
          </a:xfrm>
          <a:prstGeom prst="ellipse">
            <a:avLst/>
          </a:prstGeom>
          <a:solidFill>
            <a:srgbClr val="EAF8F7">
              <a:alpha val="90000"/>
            </a:srgbClr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577840"/>
            <a:ext cx="1005840" cy="10058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 / CI 状态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478"/>
                </a:solidFill>
              </a:rPr>
              <a:t>仓库有测试与构建脚本，但未发现 GitHub Actions workflow 配置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53312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24128" y="15544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6093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536192"/>
            <a:ext cx="13258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99232" y="1517904"/>
            <a:ext cx="5715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23A"/>
                </a:solidFill>
              </a:rPr>
              <a:t>src/test 下 14 个 Java 测试文件，覆盖 AI 服务、LangGraph4j 工作流、工具调用、截图工具与解析器。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9189720" y="1572768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EAF8F7"/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9448" y="1636776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已有基础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2432304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" y="263347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6883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2615184"/>
            <a:ext cx="13258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前端脚本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596896"/>
            <a:ext cx="5715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23A"/>
                </a:solidFill>
              </a:rPr>
              <a:t>package.json 提供 build、type-check、lint、format、openapi2ts 等脚本。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9189720" y="265176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EAF8F7"/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9448" y="271576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可执行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511296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7EA"/>
          </a:solidFill>
          <a:ln w="12700">
            <a:solidFill>
              <a:srgbClr val="F3D19E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4128" y="3712464"/>
            <a:ext cx="384048" cy="384048"/>
          </a:xfrm>
          <a:prstGeom prst="ellipse">
            <a:avLst/>
          </a:prstGeom>
          <a:solidFill>
            <a:srgbClr val="F6A23A"/>
          </a:solidFill>
          <a:ln w="12700">
            <a:solidFill>
              <a:srgbClr val="F6A23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37673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3694176"/>
            <a:ext cx="13258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配置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999232" y="3675888"/>
            <a:ext cx="5715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23A"/>
                </a:solidFill>
              </a:rPr>
              <a:t>.github/workflows 未发现；最近状态无法从仓库内 CI 配置判断。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9189720" y="3730752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FFE6B7"/>
          </a:solidFill>
          <a:ln w="12700">
            <a:solidFill>
              <a:srgbClr val="FFE6B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9448" y="3794760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66B00"/>
                </a:solidFill>
              </a:rPr>
              <a:t>未配置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" y="4590288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4128" y="47914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8463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00200" y="4773168"/>
            <a:ext cx="13258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本次验证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2999232" y="4754880"/>
            <a:ext cx="5715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23A"/>
                </a:solidFill>
              </a:rPr>
              <a:t>本次只新增报告文件，未改业务代码；已执行 PPT 文本抽取与占位词检查。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9189720" y="4809744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EAF8F7"/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9448" y="4873752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报告验证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5715000"/>
            <a:ext cx="10012680" cy="384048"/>
          </a:xfrm>
          <a:prstGeom prst="roundRect">
            <a:avLst>
              <a:gd name="adj" fmla="val 19048"/>
            </a:avLst>
          </a:prstGeom>
          <a:solidFill>
            <a:srgbClr val="E2F5F3"/>
          </a:solidFill>
          <a:ln w="12700">
            <a:solidFill>
              <a:srgbClr val="D7EF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5568" y="5806440"/>
            <a:ext cx="9509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5323A"/>
                </a:solidFill>
              </a:rPr>
              <a:t>建议：补充 Maven + 前端 type-check/build 的最小 CI，随后把关键 AI 工作流测试按环境变量分层执行。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56692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478"/>
                </a:solidFill>
              </a:rPr>
              <a:t>yu-ai-code-mother · 每日项目状态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09960" y="6400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CFB"/>
          </a:solidFill>
          <a:ln w="12700">
            <a:solidFill>
              <a:srgbClr val="F5FC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-320040"/>
            <a:ext cx="3383280" cy="3383280"/>
          </a:xfrm>
          <a:prstGeom prst="arc">
            <a:avLst/>
          </a:prstGeom>
          <a:noFill/>
          <a:ln w="38100">
            <a:solidFill>
              <a:srgbClr val="B7E5E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502920"/>
            <a:ext cx="1097280" cy="1097280"/>
          </a:xfrm>
          <a:prstGeom prst="ellipse">
            <a:avLst/>
          </a:prstGeom>
          <a:solidFill>
            <a:srgbClr val="EAF8F7">
              <a:alpha val="90000"/>
            </a:srgbClr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577840"/>
            <a:ext cx="1005840" cy="10058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478"/>
                </a:solidFill>
              </a:rPr>
              <a:t>当前更适合建立指标口径；真实生产数值需接入运行环境和业务埋点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1481328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8090"/>
                </a:solidFill>
              </a:rPr>
              <a:t>待接入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624328" y="1709928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调用量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267712"/>
            <a:ext cx="4251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323A"/>
                </a:solidFill>
              </a:rPr>
              <a:t>按用户、模型、应用维度统计请求量与 token 消耗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24128" y="2139696"/>
            <a:ext cx="4343400" cy="0"/>
          </a:xfrm>
          <a:prstGeom prst="line">
            <a:avLst/>
          </a:prstGeom>
          <a:noFill/>
          <a:ln w="15240">
            <a:solidFill>
              <a:srgbClr val="B7E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1481328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8090"/>
                </a:solidFill>
              </a:rPr>
              <a:t>待接入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110728" y="1709928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生成成功率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10528" y="2267712"/>
            <a:ext cx="4251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323A"/>
                </a:solidFill>
              </a:rPr>
              <a:t>区分 HTML、多文件、Vue 工程三类生成路径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10528" y="2139696"/>
            <a:ext cx="4343400" cy="0"/>
          </a:xfrm>
          <a:prstGeom prst="line">
            <a:avLst/>
          </a:prstGeom>
          <a:noFill/>
          <a:ln w="15240">
            <a:solidFill>
              <a:srgbClr val="B7E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310128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8090"/>
                </a:solidFill>
              </a:rPr>
              <a:t>待接入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2624328" y="3538728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部署成功率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24128" y="4096512"/>
            <a:ext cx="4251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323A"/>
                </a:solidFill>
              </a:rPr>
              <a:t>追踪构建失败、文件复制失败、截图上传失败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24128" y="3968496"/>
            <a:ext cx="4343400" cy="0"/>
          </a:xfrm>
          <a:prstGeom prst="line">
            <a:avLst/>
          </a:prstGeom>
          <a:noFill/>
          <a:ln w="15240">
            <a:solidFill>
              <a:srgbClr val="B7E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3310128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8090"/>
                </a:solidFill>
              </a:rPr>
              <a:t>待接入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110728" y="3538728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活跃应用数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510528" y="4096512"/>
            <a:ext cx="4251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323A"/>
                </a:solidFill>
              </a:rPr>
              <a:t>结合应用创建、对话次数、部署行为衡量留存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10528" y="3968496"/>
            <a:ext cx="4343400" cy="0"/>
          </a:xfrm>
          <a:prstGeom prst="line">
            <a:avLst/>
          </a:prstGeom>
          <a:noFill/>
          <a:ln w="15240">
            <a:solidFill>
              <a:srgbClr val="B7E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5440680"/>
            <a:ext cx="10332720" cy="640080"/>
          </a:xfrm>
          <a:prstGeom prst="roundRect">
            <a:avLst>
              <a:gd name="adj" fmla="val 11429"/>
            </a:avLst>
          </a:prstGeom>
          <a:solidFill>
            <a:srgbClr val="EAF8F7"/>
          </a:solidFill>
          <a:ln w="12700">
            <a:solidFill>
              <a:srgbClr val="D7EF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5605272"/>
            <a:ext cx="978408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已有基础：pom 中包含 Actuator 与 Prometheus registry；服务层已有 MonitorContext，可继续扩展 AI 调用、应用生成、部署链路的指标标签。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478"/>
                </a:solidFill>
              </a:rPr>
              <a:t>yu-ai-code-mother · 每日项目状态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09960" y="6400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CFB"/>
          </a:solidFill>
          <a:ln w="12700">
            <a:solidFill>
              <a:srgbClr val="F5FC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-320040"/>
            <a:ext cx="3383280" cy="3383280"/>
          </a:xfrm>
          <a:prstGeom prst="arc">
            <a:avLst/>
          </a:prstGeom>
          <a:noFill/>
          <a:ln w="38100">
            <a:solidFill>
              <a:srgbClr val="B7E5E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502920"/>
            <a:ext cx="1097280" cy="1097280"/>
          </a:xfrm>
          <a:prstGeom prst="ellipse">
            <a:avLst/>
          </a:prstGeom>
          <a:solidFill>
            <a:srgbClr val="EAF8F7">
              <a:alpha val="90000"/>
            </a:srgbClr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577840"/>
            <a:ext cx="1005840" cy="10058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未完成项、风险与阻塞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478"/>
                </a:solidFill>
              </a:rPr>
              <a:t>主要风险集中在外部依赖、生成安全、质量门禁和可观测性闭环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1325880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0EA"/>
          </a:solidFill>
          <a:ln w="12700">
            <a:solidFill>
              <a:srgbClr val="F0B8A2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150876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D95D39"/>
          </a:solidFill>
          <a:ln w="12700">
            <a:solidFill>
              <a:srgbClr val="D95D3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58191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09928" y="1499616"/>
            <a:ext cx="22860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成本与稳定性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709928" y="1856232"/>
            <a:ext cx="3584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5323A"/>
                </a:solidFill>
              </a:rPr>
              <a:t>模型服务、提示词质量和并发请求会直接影响响应时间与费用。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281928" y="1325880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0EA"/>
          </a:solidFill>
          <a:ln w="12700">
            <a:solidFill>
              <a:srgbClr val="F0B8A2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50876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D95D39"/>
          </a:solidFill>
          <a:ln w="12700">
            <a:solidFill>
              <a:srgbClr val="D95D3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58191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42048" y="1499616"/>
            <a:ext cx="22860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生成代码安全边界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42048" y="1856232"/>
            <a:ext cx="3584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5323A"/>
                </a:solidFill>
              </a:rPr>
              <a:t>需要限制危险脚本、外链、文件写入范围与部署目录隔离策略。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49808" y="2807208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8408" y="2990088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F6A23A"/>
          </a:solidFill>
          <a:ln w="12700">
            <a:solidFill>
              <a:srgbClr val="F6A23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06324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09928" y="2980944"/>
            <a:ext cx="22860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 / 浏览器依赖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709928" y="3337560"/>
            <a:ext cx="3584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5323A"/>
                </a:solidFill>
              </a:rPr>
              <a:t>Selenium、WebDriver、对象存储配置会影响封面生成成功率。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6281928" y="2807208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0528" y="2990088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F6A23A"/>
          </a:solidFill>
          <a:ln w="12700">
            <a:solidFill>
              <a:srgbClr val="F6A23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06324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42048" y="2980944"/>
            <a:ext cx="22860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缺口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42048" y="3337560"/>
            <a:ext cx="3584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5323A"/>
                </a:solidFill>
              </a:rPr>
              <a:t>缺少自动构建与回归门禁，报告外的业务变更风险难以及时暴露。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749808" y="4288536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8408" y="4471416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F6A23A"/>
          </a:solidFill>
          <a:ln w="12700">
            <a:solidFill>
              <a:srgbClr val="F6A23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454456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09928" y="4462272"/>
            <a:ext cx="22860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配置与密钥治理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709928" y="4818888"/>
            <a:ext cx="3584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5323A"/>
                </a:solidFill>
              </a:rPr>
              <a:t>AI Key、Redis、MySQL、COS、部署域名等配置需按环境隔离。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281928" y="4288536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10528" y="4471416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F6A23A"/>
          </a:solidFill>
          <a:ln w="12700">
            <a:solidFill>
              <a:srgbClr val="F6A23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454456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42048" y="4462272"/>
            <a:ext cx="22860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微服务落地一致性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242048" y="4818888"/>
            <a:ext cx="3584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5323A"/>
                </a:solidFill>
              </a:rPr>
              <a:t>目录已拆分，但服务边界、注册发现、链路追踪与部署脚本需继续对齐。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56692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478"/>
                </a:solidFill>
              </a:rPr>
              <a:t>yu-ai-code-mother · 每日项目状态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09960" y="6400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CFB"/>
          </a:solidFill>
          <a:ln w="12700">
            <a:solidFill>
              <a:srgbClr val="F5FC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-320040"/>
            <a:ext cx="3383280" cy="3383280"/>
          </a:xfrm>
          <a:prstGeom prst="arc">
            <a:avLst/>
          </a:prstGeom>
          <a:noFill/>
          <a:ln w="38100">
            <a:solidFill>
              <a:srgbClr val="B7E5E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502920"/>
            <a:ext cx="1097280" cy="1097280"/>
          </a:xfrm>
          <a:prstGeom prst="ellipse">
            <a:avLst/>
          </a:prstGeom>
          <a:solidFill>
            <a:srgbClr val="EAF8F7">
              <a:alpha val="90000"/>
            </a:srgbClr>
          </a:solidFill>
          <a:ln w="12700">
            <a:solidFill>
              <a:srgbClr val="EAF8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577840"/>
            <a:ext cx="1005840" cy="10058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478"/>
                </a:solidFill>
              </a:rPr>
              <a:t>优先补齐质量与可观测性，再推进生成链路体验和微服务化治理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874520" cy="3931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01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51560" y="2523744"/>
            <a:ext cx="1371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834640"/>
            <a:ext cx="1426464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建立最小 CI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33272" y="3337560"/>
            <a:ext cx="1417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323A"/>
                </a:solidFill>
              </a:rPr>
              <a:t>后端 Maven test、前端 type-check/build、PPT 报告检查纳入自动化。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063240" y="1691640"/>
            <a:ext cx="1874520" cy="3931920"/>
          </a:xfrm>
          <a:prstGeom prst="roundRect">
            <a:avLst>
              <a:gd name="adj" fmla="val 3902"/>
            </a:avLst>
          </a:prstGeom>
          <a:solidFill>
            <a:srgbClr val="EAF8F7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64408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02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291840" y="2523744"/>
            <a:ext cx="1371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2834640"/>
            <a:ext cx="1426464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定义业务指标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273552" y="3337560"/>
            <a:ext cx="1417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323A"/>
                </a:solidFill>
              </a:rPr>
              <a:t>接入 AI 调用量、成功率、构建失败率、部署成功率、用户活跃度。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303520" y="1691640"/>
            <a:ext cx="1874520" cy="3931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04688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03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532120" y="2523744"/>
            <a:ext cx="1371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2834640"/>
            <a:ext cx="1426464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加固生成与部署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13832" y="3337560"/>
            <a:ext cx="1417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323A"/>
                </a:solidFill>
              </a:rPr>
              <a:t>增加代码安全校验、部署目录隔离、构建失败回滚和截图失败补偿。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543800" y="1691640"/>
            <a:ext cx="1874520" cy="3931920"/>
          </a:xfrm>
          <a:prstGeom prst="roundRect">
            <a:avLst>
              <a:gd name="adj" fmla="val 3902"/>
            </a:avLst>
          </a:prstGeom>
          <a:solidFill>
            <a:srgbClr val="EAF8F7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44968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04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772400" y="2523744"/>
            <a:ext cx="1371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2834640"/>
            <a:ext cx="1426464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完善体验闭环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54112" y="3337560"/>
            <a:ext cx="1417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323A"/>
                </a:solidFill>
              </a:rPr>
              <a:t>强化可视化编辑提示、历史消息分页体验、应用详情与精选运营数据。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9784080" y="1691640"/>
            <a:ext cx="1874520" cy="3931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FEC"/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985248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05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0012680" y="2523744"/>
            <a:ext cx="1371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85248" y="2834640"/>
            <a:ext cx="1426464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推进服务治理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994392" y="3337560"/>
            <a:ext cx="1417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323A"/>
                </a:solidFill>
              </a:rPr>
              <a:t>明确微服务边界、配置中心、注册发现、限流策略与跨服务测试。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56692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478"/>
                </a:solidFill>
              </a:rPr>
              <a:t>yu-ai-code-mother · 每日项目状态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09960" y="6400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-914400"/>
            <a:ext cx="3840480" cy="384048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4206240"/>
            <a:ext cx="3657600" cy="3657600"/>
          </a:xfrm>
          <a:prstGeom prst="ellipse">
            <a:avLst/>
          </a:prstGeom>
          <a:solidFill>
            <a:srgbClr val="02C39A">
              <a:alpha val="7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583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1051560" y="2148840"/>
            <a:ext cx="2971800" cy="2057400"/>
          </a:xfrm>
          <a:prstGeom prst="roundRect">
            <a:avLst>
              <a:gd name="adj" fmla="val 3556"/>
            </a:avLst>
          </a:prstGeom>
          <a:solidFill>
            <a:srgbClr val="073B4C">
              <a:alpha val="95000"/>
            </a:srgbClr>
          </a:solidFill>
          <a:ln w="12700">
            <a:solidFill>
              <a:srgbClr val="177E89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5024" y="248716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5024" y="25420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2551176"/>
            <a:ext cx="13258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能力状态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F7F4"/>
                </a:solidFill>
              </a:rPr>
              <a:t>平台主链路已成型：AI 生成、实时预览、可视化编辑、部署分享与后台治理均有实现基础。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2971800" cy="2057400"/>
          </a:xfrm>
          <a:prstGeom prst="roundRect">
            <a:avLst>
              <a:gd name="adj" fmla="val 3556"/>
            </a:avLst>
          </a:prstGeom>
          <a:solidFill>
            <a:srgbClr val="073B4C">
              <a:alpha val="95000"/>
            </a:srgbClr>
          </a:solidFill>
          <a:ln w="12700">
            <a:solidFill>
              <a:srgbClr val="177E89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55464" y="2487168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25420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551176"/>
            <a:ext cx="13258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近期变化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F7F4"/>
                </a:solidFill>
              </a:rPr>
              <a:t>最近 7 天提交集中在日报文档，业务代码暂无新增变更；适合把巡检重点转向质量门禁。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2148840"/>
            <a:ext cx="2971800" cy="2057400"/>
          </a:xfrm>
          <a:prstGeom prst="roundRect">
            <a:avLst>
              <a:gd name="adj" fmla="val 3556"/>
            </a:avLst>
          </a:prstGeom>
          <a:solidFill>
            <a:srgbClr val="073B4C">
              <a:alpha val="95000"/>
            </a:srgbClr>
          </a:solidFill>
          <a:ln w="12700">
            <a:solidFill>
              <a:srgbClr val="177E89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6A9A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248716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25420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15400" y="2551176"/>
            <a:ext cx="13258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关键建议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F7F4"/>
                </a:solidFill>
              </a:rPr>
              <a:t>优先补齐 CI、真实业务指标、生成安全边界和部署失败补偿，形成可持续维护闭环。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78992" y="58978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报告路径：docs/reports/project-status-2026-06-22.pptx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2026-06-22</dc:title>
  <dc:subject>每日项目状态汇报</dc:subject>
  <dc:creator>Cursor Automation</dc:creator>
  <cp:lastModifiedBy>Cursor Automation</cp:lastModifiedBy>
  <cp:revision>1</cp:revision>
  <dcterms:created xsi:type="dcterms:W3CDTF">2026-06-22T09:05:55Z</dcterms:created>
  <dcterms:modified xsi:type="dcterms:W3CDTF">2026-06-22T09:05:55Z</dcterms:modified>
</cp:coreProperties>
</file>