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32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4323A"/>
                </a:solidFill>
                <a:latin typeface="Calibri"/>
              </a:rPr>
              <a:t>关键提交日（2025，节选）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提交次数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32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07-24</c:v>
                  </c:pt>
                  <c:pt idx="1">
                    <c:v>07-30</c:v>
                  </c:pt>
                  <c:pt idx="2">
                    <c:v>08-06</c:v>
                  </c:pt>
                  <c:pt idx="3">
                    <c:v>08-12</c:v>
                  </c:pt>
                  <c:pt idx="4">
                    <c:v>08-13</c:v>
                  </c:pt>
                  <c:pt idx="5">
                    <c:v>08-26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32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D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2560320" cy="256032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530352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303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内部维护同步  ·  北京时间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yu-ai-code-mother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面向项目维护者的日报：能力盘点、近期变更、风险与下一步。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0A4A5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976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98648" y="4297680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0A4A52"/>
          </a:solidFill>
          <a:ln/>
        </p:spPr>
      </p:sp>
      <p:sp>
        <p:nvSpPr>
          <p:cNvPr id="14" name="Text 12"/>
          <p:cNvSpPr/>
          <p:nvPr/>
        </p:nvSpPr>
        <p:spPr>
          <a:xfrm>
            <a:off x="2898648" y="4297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Vue 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4496" y="429768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0A4A52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4297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期已收口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5989320"/>
            <a:ext cx="11887200" cy="640080"/>
          </a:xfrm>
          <a:prstGeom prst="rect">
            <a:avLst/>
          </a:prstGeom>
          <a:solidFill>
            <a:srgbClr val="032A3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代码仓已连续多日无业务提交  ·  未关闭 Issue 3 项  ·  仓库未配置持续集成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/  今日要点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仓库扫描结论一览，数据截至 2026-09-12 北京时间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569464" cy="2880360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68249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647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26771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85800" y="30906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345643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主仓无新业务变更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64992" y="1481328"/>
            <a:ext cx="2569464" cy="2880360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66160" y="168249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65A8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76479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47872" y="226771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3547872" y="30906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最新教程期次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47872" y="345643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微服务改造已完成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27064" y="1481328"/>
            <a:ext cx="2569464" cy="2880360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28232" y="168249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B23A4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764792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9944" y="226771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23" name="Text 18"/>
          <p:cNvSpPr/>
          <p:nvPr/>
        </p:nvSpPr>
        <p:spPr>
          <a:xfrm>
            <a:off x="6409944" y="30906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未关闭 Issue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09944" y="345643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1 个生成链路缺陷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9089136" y="1481328"/>
            <a:ext cx="2569464" cy="2880360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90304" y="168249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21295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76479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72016" y="226771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</a:t>
            </a:r>
            <a:endParaRPr lang="en-US" sz="4400" dirty="0"/>
          </a:p>
        </p:txBody>
      </p:sp>
      <p:sp>
        <p:nvSpPr>
          <p:cNvPr id="29" name="Text 23"/>
          <p:cNvSpPr/>
          <p:nvPr/>
        </p:nvSpPr>
        <p:spPr>
          <a:xfrm>
            <a:off x="9272016" y="30906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项目级 CI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272016" y="345643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未检出 Actions 流水线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02920" y="4681728"/>
            <a:ext cx="11155680" cy="1572768"/>
          </a:xfrm>
          <a:prstGeom prst="roundRect">
            <a:avLst>
              <a:gd name="adj" fmla="val 5814"/>
            </a:avLst>
          </a:prstGeom>
          <a:solidFill>
            <a:srgbClr val="04363D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82896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33856" y="4864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阅读结论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749808" y="5266944"/>
            <a:ext cx="10698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最近一次业务提交为 2025-08-26（教程第 14 期：微服务改造完成）。近 7 日、近 30 日均无代码变更。能力面已闭环教学大纲，维护重心应转向缺陷修复、依赖升级与工程卫生。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/  项目概览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代码生成平台，单体与微服务双轨并存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394960" cy="4773168"/>
          </a:xfrm>
          <a:prstGeom prst="roundRect">
            <a:avLst>
              <a:gd name="adj" fmla="val 19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824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5564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7007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定位与受众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49808" y="22860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产品形态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" y="256032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用户描述需求后流式生成网站或应用，支持预览、可视化改稿、一键部署与源码下载。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808" y="321868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教学定位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9808" y="349300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对标大厂 AI 编程产品的全栈教程：智能体、工作流、微服务与可观测性一次讲透。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9808" y="415137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核心对象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9808" y="442569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用户与管理员双角色；主数据为用户、应用、对话历史三张表。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9808" y="508406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交付形态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49808" y="535838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根目录完整单体，另含七模块微服务目录与独立前端工程。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17920" y="1481328"/>
            <a:ext cx="5440680" cy="4773168"/>
          </a:xfrm>
          <a:prstGeom prst="roundRect">
            <a:avLst>
              <a:gd name="adj" fmla="val 1916"/>
            </a:avLst>
          </a:prstGeom>
          <a:solidFill>
            <a:srgbClr val="04363D"/>
          </a:solidFill>
          <a:ln/>
        </p:spPr>
      </p:sp>
      <p:sp>
        <p:nvSpPr>
          <p:cNvPr id="20" name="Text 17"/>
          <p:cNvSpPr/>
          <p:nvPr/>
        </p:nvSpPr>
        <p:spPr>
          <a:xfrm>
            <a:off x="6446520" y="170078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技术栈快照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446520" y="2286000"/>
            <a:ext cx="4983480" cy="493776"/>
          </a:xfrm>
          <a:prstGeom prst="roundRect">
            <a:avLst>
              <a:gd name="adj" fmla="val 14815"/>
            </a:avLst>
          </a:prstGeom>
          <a:solidFill>
            <a:srgbClr val="0A4A52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228600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72400" y="2286000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Spring Boot 3.5.4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46520" y="2889504"/>
            <a:ext cx="4983480" cy="493776"/>
          </a:xfrm>
          <a:prstGeom prst="roundRect">
            <a:avLst>
              <a:gd name="adj" fmla="val 14815"/>
            </a:avLst>
          </a:prstGeom>
          <a:solidFill>
            <a:srgbClr val="0A4A52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0" y="2889504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772400" y="288950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 · LangGraph4j 1.6-rc2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46520" y="3493008"/>
            <a:ext cx="4983480" cy="493776"/>
          </a:xfrm>
          <a:prstGeom prst="roundRect">
            <a:avLst>
              <a:gd name="adj" fmla="val 14815"/>
            </a:avLst>
          </a:prstGeom>
          <a:solidFill>
            <a:srgbClr val="0A4A52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3493008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772400" y="3493008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· Vite 7 · Ant Design Vue 4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46520" y="4096512"/>
            <a:ext cx="4983480" cy="493776"/>
          </a:xfrm>
          <a:prstGeom prst="roundRect">
            <a:avLst>
              <a:gd name="adj" fmla="val 14815"/>
            </a:avLst>
          </a:prstGeom>
          <a:solidFill>
            <a:srgbClr val="0A4A52"/>
          </a:solidFill>
          <a:ln/>
        </p:spPr>
      </p:sp>
      <p:sp>
        <p:nvSpPr>
          <p:cNvPr id="31" name="Text 28"/>
          <p:cNvSpPr/>
          <p:nvPr/>
        </p:nvSpPr>
        <p:spPr>
          <a:xfrm>
            <a:off x="6583680" y="4096512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772400" y="4096512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Redis Session · Redisson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446520" y="4700016"/>
            <a:ext cx="4983480" cy="493776"/>
          </a:xfrm>
          <a:prstGeom prst="roundRect">
            <a:avLst>
              <a:gd name="adj" fmla="val 14815"/>
            </a:avLst>
          </a:prstGeom>
          <a:solidFill>
            <a:srgbClr val="0A4A52"/>
          </a:solidFill>
          <a:ln/>
        </p:spPr>
      </p:sp>
      <p:sp>
        <p:nvSpPr>
          <p:cNvPr id="34" name="Text 31"/>
          <p:cNvSpPr/>
          <p:nvPr/>
        </p:nvSpPr>
        <p:spPr>
          <a:xfrm>
            <a:off x="6583680" y="470001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772400" y="470001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Alibaba · Dubbo 3.3 · Nacos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446520" y="5303520"/>
            <a:ext cx="4983480" cy="493776"/>
          </a:xfrm>
          <a:prstGeom prst="roundRect">
            <a:avLst>
              <a:gd name="adj" fmla="val 14815"/>
            </a:avLst>
          </a:prstGeom>
          <a:solidFill>
            <a:srgbClr val="0A4A52"/>
          </a:solidFill>
          <a:ln/>
        </p:spPr>
      </p:sp>
      <p:sp>
        <p:nvSpPr>
          <p:cNvPr id="37" name="Text 34"/>
          <p:cNvSpPr/>
          <p:nvPr/>
        </p:nvSpPr>
        <p:spPr>
          <a:xfrm>
            <a:off x="6583680" y="530352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772400" y="5303520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· Prometheus · Grafana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/  核心能力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四大产品能力已在单体与前端落地，工作流节点可编排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449824" cy="20665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81328"/>
            <a:ext cx="128016" cy="20665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17190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9222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737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50392" y="2322576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需求描述自动路由生成策略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 工程三种模式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工具调用写改读文件，SSE 流式可见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45352" y="1481328"/>
            <a:ext cx="5449824" cy="20665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45352" y="1481328"/>
            <a:ext cx="128016" cy="20665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Shape 12"/>
          <p:cNvSpPr/>
          <p:nvPr/>
        </p:nvSpPr>
        <p:spPr>
          <a:xfrm>
            <a:off x="6592824" y="17190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2809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79222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59752" y="1737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592824" y="2322576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生成结果实时预览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点选页面元素后对话改稿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原生全量修改 + 工程增量修改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02920" y="3840480"/>
            <a:ext cx="5449824" cy="20665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" y="3840480"/>
            <a:ext cx="128016" cy="206654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7"/>
          <p:cNvSpPr/>
          <p:nvPr/>
        </p:nvSpPr>
        <p:spPr>
          <a:xfrm>
            <a:off x="850392" y="407822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2809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15137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17320" y="40965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50392" y="4681728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部署到云端并自动截封面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可分享访问地址 + 源码下载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截图服务已拆为独立微服务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245352" y="3840480"/>
            <a:ext cx="5449824" cy="20665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45352" y="3840480"/>
            <a:ext cx="128016" cy="20665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Shape 22"/>
          <p:cNvSpPr/>
          <p:nvPr/>
        </p:nvSpPr>
        <p:spPr>
          <a:xfrm>
            <a:off x="6592824" y="407822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2809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151376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59752" y="40965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6592824" y="4681728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对话后台管理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精选应用与权限注解拦截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调用指标与系统监控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/  架构与模块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单体包结构清晰；微服务按用户、应用、AI、截图拆分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48386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17190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9222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1016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22376" y="235915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· ai · core · monitor 等包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79392" y="1481328"/>
            <a:ext cx="348386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17190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9222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47488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498848" y="235915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screenshot 等七模块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055864" y="1481328"/>
            <a:ext cx="348386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75320" y="171907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2809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79222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23960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前端页面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275320" y="235915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首页、对话、编辑与管理后台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02920" y="3858768"/>
            <a:ext cx="348386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22376" y="40965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65A8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16966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71016" y="4114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22376" y="473659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采图、增强、路由、生成、质检、构建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279392" y="3858768"/>
            <a:ext cx="348386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498848" y="40965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65A8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69664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47488" y="4114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数据表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4498848" y="473659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user、app、chat_history 三张主表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8055864" y="3858768"/>
            <a:ext cx="348386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75320" y="40965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65A82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4169664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823960" y="4114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监控</a:t>
            </a:r>
            <a:endParaRPr lang="en-US" sz="1800" dirty="0"/>
          </a:p>
        </p:txBody>
      </p:sp>
      <p:sp>
        <p:nvSpPr>
          <p:cNvPr id="36" name="Text 28"/>
          <p:cNvSpPr/>
          <p:nvPr/>
        </p:nvSpPr>
        <p:spPr>
          <a:xfrm>
            <a:off x="8275320" y="4736592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模型指标采集与 Grafana 面板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/  近期进展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日无提交；右侧为仓库内仍有效的最近里程碑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840480" cy="4773168"/>
          </a:xfrm>
          <a:prstGeom prst="roundRect">
            <a:avLst>
              <a:gd name="adj" fmla="val 2381"/>
            </a:avLst>
          </a:prstGeom>
          <a:solidFill>
            <a:srgbClr val="04363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642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近窗观察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084832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31520" y="28163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 git 提交数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383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最近业务提交：2025-08-26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说明：教程第 14 期微服务改造完成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仓库累计提交：60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中间态提交标注勿单独使用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日报文档 PR 持续出现，未合入主仓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45152" y="1481328"/>
            <a:ext cx="701344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28032" y="1700784"/>
            <a:ext cx="1170432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700784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1344" y="162763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1344" y="195681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工作流与图片并发收集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679192"/>
            <a:ext cx="701344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2898648"/>
            <a:ext cx="1170432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898648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81344" y="282549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81344" y="315468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并发、实时、限流、Prompt 审查与成本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45152" y="3877056"/>
            <a:ext cx="701344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4096512"/>
            <a:ext cx="1170432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4096512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81344" y="402336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12–13 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81344" y="435254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部署上线与可观测性（Prometheus / Grafana）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45152" y="5074920"/>
            <a:ext cx="701344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5294376"/>
            <a:ext cx="1170432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5294376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81344" y="522122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81344" y="555040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微服务改造收口（Dubbo + Nacos + 截图服务）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/  数据与指标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左侧为仓库可核验数字；右侧业务指标待生产环境补齐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6235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594360" y="1572768"/>
          <a:ext cx="54406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21208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上图为历史教学冲刺节奏，不代表近 7 日活跃度。2026 年主仓无业务提交。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19088" y="1481328"/>
            <a:ext cx="232257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47104" y="155448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547104" y="201168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47104" y="22677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169 / 微服务 118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34272" y="1481328"/>
            <a:ext cx="232257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62288" y="155448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162288" y="201168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测试类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62288" y="22677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工作流与解析为主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19088" y="2898648"/>
            <a:ext cx="232257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47104" y="297180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547104" y="342900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页面组件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47104" y="368503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含管理与对话页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34272" y="2898648"/>
            <a:ext cx="2322576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162288" y="297180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9162288" y="342900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Controller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62288" y="368503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 / 用户 / 工作流 SSE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19088" y="4370832"/>
            <a:ext cx="5239512" cy="1883664"/>
          </a:xfrm>
          <a:prstGeom prst="roundRect">
            <a:avLst>
              <a:gd name="adj" fmla="val 4854"/>
            </a:avLst>
          </a:prstGeom>
          <a:solidFill>
            <a:srgbClr val="04363D"/>
          </a:solidFill>
          <a:ln/>
        </p:spPr>
      </p:sp>
      <p:sp>
        <p:nvSpPr>
          <p:cNvPr id="27" name="Text 24"/>
          <p:cNvSpPr/>
          <p:nvPr/>
        </p:nvSpPr>
        <p:spPr>
          <a:xfrm>
            <a:off x="6601968" y="4535424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业务指标待补齐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601968" y="4901184"/>
            <a:ext cx="4873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生成成功率、Token 成本、部署转化、P95 时延需对接 Grafana 与生产库。当前仅具备采集端：Actuator Prometheus 与 AiModelMetricsCollector。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/  风险与问题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按阻塞程度排序，均来自仓库与公开 Issue，非推测事故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700784"/>
            <a:ext cx="621792" cy="512064"/>
          </a:xfrm>
          <a:prstGeom prst="roundRect">
            <a:avLst>
              <a:gd name="adj" fmla="val 14286"/>
            </a:avLst>
          </a:prstGeom>
          <a:solidFill>
            <a:srgbClr val="B23A4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00784"/>
            <a:ext cx="621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1328" y="1572768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工程生成链路缺陷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1328" y="1883664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#5：DeepSeek 推理接口要求 assistant 消息带 reasoning_content，LangChain4j 1.1.0 未对齐，工具调用后二次请求失败。社区确认换模型可绕过，主仓尚未合入补丁。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88336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907792"/>
            <a:ext cx="621792" cy="512064"/>
          </a:xfrm>
          <a:prstGeom prst="roundRect">
            <a:avLst>
              <a:gd name="adj" fmla="val 14286"/>
            </a:avLst>
          </a:prstGeom>
          <a:solidFill>
            <a:srgbClr val="A14A1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07792"/>
            <a:ext cx="621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2779776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前端安装路径易踩坑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1328" y="3090672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#81：清华镜像缺少 @vitejs/plugin-vue@6，新手按教程切源后 npm install 失败。文档未给出官方源回退说明。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895344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4114800"/>
            <a:ext cx="621792" cy="512064"/>
          </a:xfrm>
          <a:prstGeom prst="roundRect">
            <a:avLst>
              <a:gd name="adj" fmla="val 14286"/>
            </a:avLst>
          </a:prstGeom>
          <a:solidFill>
            <a:srgbClr val="A14A1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14800"/>
            <a:ext cx="621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81328" y="3986784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双轨代码与依赖陈旧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81328" y="4297680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单体与微服务并行维护，第 14 期中间态提交明确不可单独使用。LangGraph4j 仍为 rc2；内嵌 LangChain4j 源码含调试输出。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5102352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5321808"/>
            <a:ext cx="621792" cy="512064"/>
          </a:xfrm>
          <a:prstGeom prst="roundRect">
            <a:avLst>
              <a:gd name="adj" fmla="val 14286"/>
            </a:avLst>
          </a:prstGeom>
          <a:solidFill>
            <a:srgbClr val="A14A1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321808"/>
            <a:ext cx="621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无项目 CI，质量不可见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81328" y="5504688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 GitHub Actions / 测试门禁。15 个测试类偏集成与外网依赖，日报无法给出绿红结论。告警规则文件仍为空。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/  下一步计划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建议按「先恢复生成、再降低教学摩擦、后补工程」推进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636776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3677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Vue 工程生成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865376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为推理模型补齐 reasoning_content，或文档明确可用的非推理模型组合，关闭 Issue #5。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505456"/>
            <a:ext cx="11155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660904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6090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578608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修正前端安装说明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2889504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增加官方 npm 源与镜像失败回退步骤，避免 Issue #81 类阻塞。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29584"/>
            <a:ext cx="11155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685032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8503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602736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补最小 CI 门禁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913632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对单体模块跑不依赖外网的编译与单测；前端增加 type-check 工作流。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553712"/>
            <a:ext cx="11155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4709160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0916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4626864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清理内嵌拷贝源码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937760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移除调试打印，评估升级 LangChain4j 与 LangGraph4j 稳定版。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5577840"/>
            <a:ext cx="1115568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363D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5733288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73328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54480" y="5650992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评估需求 #65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54480" y="5961888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联网搜索可增强生成时效，但需先保证现有工具调用链路稳定。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84632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总结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7680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教学能力面已闭环，维护窗口应转向稳定性。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3547872" cy="3913632"/>
          </a:xfrm>
          <a:prstGeom prst="roundRect">
            <a:avLst>
              <a:gd name="adj" fmla="val 2577"/>
            </a:avLst>
          </a:prstGeom>
          <a:solidFill>
            <a:srgbClr val="F4FBF9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901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933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2523744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能力齐备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77824" y="3035808"/>
            <a:ext cx="3072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生成、预览改稿、部署与后台均已落地，可作为教学基线。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07408" y="1664208"/>
            <a:ext cx="3547872" cy="3913632"/>
          </a:xfrm>
          <a:prstGeom prst="roundRect">
            <a:avLst>
              <a:gd name="adj" fmla="val 2577"/>
            </a:avLst>
          </a:prstGeom>
          <a:solidFill>
            <a:srgbClr val="F4FBF9"/>
          </a:solidFill>
          <a:ln/>
        </p:spPr>
      </p:sp>
      <p:sp>
        <p:nvSpPr>
          <p:cNvPr id="12" name="Shape 9"/>
          <p:cNvSpPr/>
          <p:nvPr/>
        </p:nvSpPr>
        <p:spPr>
          <a:xfrm>
            <a:off x="4645152" y="1901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933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2523744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活跃停滞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645152" y="3035808"/>
            <a:ext cx="3072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日零提交。阻塞是 Issue 5 的推理兼容，不是功能缺口。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74736" y="1664208"/>
            <a:ext cx="3547872" cy="3913632"/>
          </a:xfrm>
          <a:prstGeom prst="roundRect">
            <a:avLst>
              <a:gd name="adj" fmla="val 2577"/>
            </a:avLst>
          </a:prstGeom>
          <a:solidFill>
            <a:srgbClr val="F4FBF9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0" y="1901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99339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523744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下一步清晰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412480" y="3035808"/>
            <a:ext cx="3072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先修生成链路，再补安装文档与 CI，看板待生产指标接入。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274320" y="5989320"/>
            <a:ext cx="11887200" cy="640080"/>
          </a:xfrm>
          <a:prstGeom prst="rect">
            <a:avLst/>
          </a:prstGeom>
          <a:solidFill>
            <a:srgbClr val="032A30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下次同步仍为次日日报  ·  文件 docs/reports/project-status-2026-09-12.pptx  ·  仅新增报告，未改业务代码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2026-09-12</dc:title>
  <dc:subject>AI 零代码应用生成平台项目状态</dc:subject>
  <dc:creator>yu-ai-code-mother 日报自动化</dc:creator>
  <cp:lastModifiedBy>yu-ai-code-mother 日报自动化</cp:lastModifiedBy>
  <cp:revision>1</cp:revision>
  <dcterms:created xsi:type="dcterms:W3CDTF">2026-09-12T09:20:53Z</dcterms:created>
  <dcterms:modified xsi:type="dcterms:W3CDTF">2026-09-12T09:20:53Z</dcterms:modified>
</cp:coreProperties>
</file>