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2926080"/>
            <a:ext cx="3291840" cy="3291840"/>
          </a:xfrm>
          <a:prstGeom prst="ellipse">
            <a:avLst/>
          </a:prstGeom>
          <a:solidFill>
            <a:srgbClr val="00A896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1148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0" y="1417320"/>
            <a:ext cx="822960" cy="822960"/>
          </a:xfrm>
          <a:prstGeom prst="ellipse">
            <a:avLst/>
          </a:prstGeom>
          <a:solidFill>
            <a:srgbClr val="024E5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2" y="1581912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12344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F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2026-08-01（北京时间）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9776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13A44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状态日报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377440" y="3977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24E58"/>
          </a:solidFill>
          <a:ln/>
        </p:spPr>
      </p:sp>
      <p:sp>
        <p:nvSpPr>
          <p:cNvPr id="16" name="Text 13"/>
          <p:cNvSpPr/>
          <p:nvPr/>
        </p:nvSpPr>
        <p:spPr>
          <a:xfrm>
            <a:off x="237744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页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9476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研发团队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 · 单体 + 微服务双形态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50876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1828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用户描述需求后，AI 生成可预览、可编辑、可部署的 Web 应用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0328" y="150876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6002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447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577840" y="18288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· LangChain4j · LangGraph4j · Vue 3 · Redis · Dubbo/Nacos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" y="310896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004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代码形态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325880" y="3429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src/ 完整可用；微服务 7 模块已拆分（教程第 14 期完成态）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0916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10328" y="310896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004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规模快照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5577840" y="34290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后端约 154 个 Java 文件；前端 17 个 Vue 组件；15 个测试类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四大产品能力构成平台主价值链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69848" y="1965960"/>
            <a:ext cx="685800" cy="68580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0312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1208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21208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需求理解、策略路由与工具调用，流式输出过程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87752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87752" y="118872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2724912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246120" y="1965960"/>
            <a:ext cx="685800" cy="68580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1031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2697480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对话，支持全量与增量修改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764024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64024" y="118872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18"/>
          <p:cNvSpPr/>
          <p:nvPr/>
        </p:nvSpPr>
        <p:spPr>
          <a:xfrm>
            <a:off x="4901184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5422392" y="1965960"/>
            <a:ext cx="685800" cy="68580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10312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73752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873752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云端部署、自动截图封面、分享地址与源码下载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40296" y="11887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940296" y="118872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4"/>
          <p:cNvSpPr/>
          <p:nvPr/>
        </p:nvSpPr>
        <p:spPr>
          <a:xfrm>
            <a:off x="7077456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7598664" y="1965960"/>
            <a:ext cx="685800" cy="68580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103120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50024" y="2834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050024" y="329184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用户与应用管理、精选案例、AI 与系统监控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日业务提交为空；关注开放 Issue / PR 与日报连续性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013A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业务代码提交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日主线无业务变更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仍为 893918c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（教程第 14 期微服务完成态）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1188720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1362456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3624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日报自动化持续产出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2026-07-31 状态 PPT 已生成（PR #71 Draft）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1993392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2167128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1671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搜索能力提案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与 PR #66 仍待评审合入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03320" y="2798064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2971800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971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889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微服务拆分完成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user、app、ai、screenshot、client、common、model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3602736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3776472"/>
            <a:ext cx="8229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776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可观测与系统优化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986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限流、缓存、Prompt 审查、Prometheus/Grafana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模块架构要点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单体与微服务并存，便于教学对照与渐进迁移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28016" cy="32004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单体应用（src/）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core / langgraph4j 生成链路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应用、用户、对话、工作流 SSE 接口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监控与限流保障稳定性与成本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个测试类覆盖路由与工作流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Vue3：用户 / 应用 / 管理后台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88720"/>
            <a:ext cx="128016" cy="320040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微服务（7 模块）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29200" y="1874520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16" name="Text 12"/>
          <p:cNvSpPr/>
          <p:nvPr/>
        </p:nvSpPr>
        <p:spPr>
          <a:xfrm>
            <a:off x="5166360" y="1874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66560" y="1874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0" y="2221992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19" name="Text 15"/>
          <p:cNvSpPr/>
          <p:nvPr/>
        </p:nvSpPr>
        <p:spPr>
          <a:xfrm>
            <a:off x="5166360" y="22219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766560" y="22219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29200" y="2569464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22" name="Text 18"/>
          <p:cNvSpPr/>
          <p:nvPr/>
        </p:nvSpPr>
        <p:spPr>
          <a:xfrm>
            <a:off x="5166360" y="2569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766560" y="2569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029200" y="2916936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25" name="Text 21"/>
          <p:cNvSpPr/>
          <p:nvPr/>
        </p:nvSpPr>
        <p:spPr>
          <a:xfrm>
            <a:off x="5166360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766560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029200" y="3264408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28" name="Text 24"/>
          <p:cNvSpPr/>
          <p:nvPr/>
        </p:nvSpPr>
        <p:spPr>
          <a:xfrm>
            <a:off x="5166360" y="3264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66560" y="3264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接口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29200" y="3611880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31" name="Text 27"/>
          <p:cNvSpPr/>
          <p:nvPr/>
        </p:nvSpPr>
        <p:spPr>
          <a:xfrm>
            <a:off x="5166360" y="3611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766560" y="36118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029200" y="3959352"/>
            <a:ext cx="3429000" cy="310896"/>
          </a:xfrm>
          <a:prstGeom prst="roundRect">
            <a:avLst>
              <a:gd name="adj" fmla="val 14706"/>
            </a:avLst>
          </a:prstGeom>
          <a:solidFill>
            <a:srgbClr val="D7F0EC"/>
          </a:solidFill>
          <a:ln/>
        </p:spPr>
      </p:sp>
      <p:sp>
        <p:nvSpPr>
          <p:cNvPr id="34" name="Text 30"/>
          <p:cNvSpPr/>
          <p:nvPr/>
        </p:nvSpPr>
        <p:spPr>
          <a:xfrm>
            <a:off x="5166360" y="39593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766560" y="39593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F4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运行指标尚未接入日报流水线；以下为仓库侧可量化快照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单元/集成测试类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单体侧覆盖核心链路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Dubbo + Nacos 跨服务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与 #65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234440"/>
            <a:ext cx="2011680" cy="1965960"/>
          </a:xfrm>
          <a:prstGeom prst="roundRect">
            <a:avLst>
              <a:gd name="adj" fmla="val 4651"/>
            </a:avLst>
          </a:prstGeom>
          <a:solidFill>
            <a:srgbClr val="013A44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1417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生产调用量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监控尚未导出到日报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7F0E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70332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3444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已有可观测基础（第 13 期）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34440" y="3931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与 Grafana AI 模型看板已入库。建议将 Token 用量、生成成功率、P95 延迟、部署成功率导出到日报指标区。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按影响优先级排列，便于维护者排期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441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B33A3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44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25880" y="1325880"/>
            <a:ext cx="411480" cy="41148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2527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reasoning_content 缺失（#5）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920240" y="15544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模式工具调用报错，影响 VUE_PROJECT 主路径可用性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21284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4891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2128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325880" y="2194560"/>
            <a:ext cx="411480" cy="41148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2860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0240" y="21214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工具 PR 待审（#66 / #65）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20240" y="2423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功能已实现且可合并，缺评审与密钥配置说明，合入节奏不确定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0080" y="30815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4891A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30815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1325880" y="3063240"/>
            <a:ext cx="411480" cy="41148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15468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20240" y="29900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主线业务提交长期停滞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920240" y="32918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 2025-08-26 后无业务变更；日报 Draft PR 堆积，维护信号偏弱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12A33">
                <a:alpha val="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0080" y="395020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3D7A6A"/>
          </a:solidFill>
          <a:ln/>
        </p:spPr>
      </p:sp>
      <p:sp>
        <p:nvSpPr>
          <p:cNvPr id="29" name="Text 24"/>
          <p:cNvSpPr/>
          <p:nvPr/>
        </p:nvSpPr>
        <p:spPr>
          <a:xfrm>
            <a:off x="640080" y="3950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325880" y="3931920"/>
            <a:ext cx="411480" cy="41148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02336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920240" y="38587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920240" y="41605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GitHub Actions 工作流；仅有历史 Copilot 检查，回归依赖人工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未完成项与下一步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建议按「修复主路径 → 合入增强 → 加固工程」推进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 / 待办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#5：reasoning_content 兼容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0487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评审并合入 #66 You.com 搜索工具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84378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7980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 youcom.api-key 配置与文档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28269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2369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建立最小 CI（编译 + 单测）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72160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675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 Grafana 指标接入日报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188720"/>
            <a:ext cx="3977640" cy="3200400"/>
          </a:xfrm>
          <a:prstGeom prst="roundRect">
            <a:avLst>
              <a:gd name="adj" fmla="val 2857"/>
            </a:avLst>
          </a:prstGeom>
          <a:solidFill>
            <a:srgbClr val="013A44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83480" y="1965960"/>
            <a:ext cx="256032" cy="256032"/>
          </a:xfrm>
          <a:prstGeom prst="ellipse">
            <a:avLst/>
          </a:prstGeom>
          <a:solidFill>
            <a:srgbClr val="026B6E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19202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优先修复 #5，恢复 Vue 生成主路径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2404872"/>
            <a:ext cx="256032" cy="256032"/>
          </a:xfrm>
          <a:prstGeom prst="ellipse">
            <a:avLst/>
          </a:prstGeom>
          <a:solidFill>
            <a:srgbClr val="026B6E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235915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#66 代码评审与合入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2843784"/>
            <a:ext cx="256032" cy="256032"/>
          </a:xfrm>
          <a:prstGeom prst="ellipse">
            <a:avLst/>
          </a:prstGeom>
          <a:solidFill>
            <a:srgbClr val="026B6E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843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27980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Maven 与前端 lint 最小 CI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83480" y="3282696"/>
            <a:ext cx="256032" cy="256032"/>
          </a:xfrm>
          <a:prstGeom prst="ellipse">
            <a:avLst/>
          </a:prstGeom>
          <a:solidFill>
            <a:srgbClr val="026B6E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2369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 Token / 成功率等运行指标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83480" y="3721608"/>
            <a:ext cx="256032" cy="256032"/>
          </a:xfrm>
          <a:prstGeom prst="ellipse">
            <a:avLst/>
          </a:prstGeom>
          <a:solidFill>
            <a:srgbClr val="026B6E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6758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清理或批量处理堆积的 Draft 日报 PR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A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工程与 CI 状态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仓库侧工程健康度速览（无业务向构建门禁）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08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本地测试资产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个测试类覆盖 AI 路由、代码解析、LangGraph 工作流与截图工具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08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577840" y="1874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无业务构建/测试 workflow；近次运行仅为 Copilot 仓库访问检查（成功）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7889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91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协作状态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PR：#66（You.com）、#71（昨日日报 Draft）；Issues：#5、#65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663440" y="278892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3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D7F0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0632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可观测配置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577840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AI 看板配置已入库，待接入日报指标区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平台能力完整，近期以治理与合入为主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24E58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783080"/>
            <a:ext cx="457200" cy="457200"/>
          </a:xfrm>
          <a:prstGeom prst="ellipse">
            <a:avLst/>
          </a:prstGeom>
          <a:solidFill>
            <a:srgbClr val="036A6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745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664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能力底座就绪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生成、编辑、部署、管理与微服务拆分均已具备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4630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24E58"/>
          </a:solidFill>
          <a:ln/>
        </p:spPr>
      </p:sp>
      <p:sp>
        <p:nvSpPr>
          <p:cNvPr id="13" name="Shape 10"/>
          <p:cNvSpPr/>
          <p:nvPr/>
        </p:nvSpPr>
        <p:spPr>
          <a:xfrm>
            <a:off x="4910328" y="1783080"/>
            <a:ext cx="457200" cy="457200"/>
          </a:xfrm>
          <a:prstGeom prst="ellipse">
            <a:avLst/>
          </a:prstGeom>
          <a:solidFill>
            <a:srgbClr val="036A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8745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664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主路径需修复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32120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仍阻塞 Vue 生成主路径体验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7432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24E58"/>
          </a:solidFill>
          <a:ln/>
        </p:spPr>
      </p:sp>
      <p:sp>
        <p:nvSpPr>
          <p:cNvPr id="18" name="Shape 14"/>
          <p:cNvSpPr/>
          <p:nvPr/>
        </p:nvSpPr>
        <p:spPr>
          <a:xfrm>
            <a:off x="658368" y="3063240"/>
            <a:ext cx="457200" cy="457200"/>
          </a:xfrm>
          <a:prstGeom prst="ellipse">
            <a:avLst/>
          </a:prstGeom>
          <a:solidFill>
            <a:srgbClr val="036A6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546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944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增强能力待合入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28016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You.com 联网搜索已实现，等待评审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709160" y="27432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024E58"/>
          </a:solidFill>
          <a:ln/>
        </p:spPr>
      </p:sp>
      <p:sp>
        <p:nvSpPr>
          <p:cNvPr id="23" name="Shape 18"/>
          <p:cNvSpPr/>
          <p:nvPr/>
        </p:nvSpPr>
        <p:spPr>
          <a:xfrm>
            <a:off x="4910328" y="3063240"/>
            <a:ext cx="457200" cy="457200"/>
          </a:xfrm>
          <a:prstGeom prst="ellipse">
            <a:avLst/>
          </a:prstGeom>
          <a:solidFill>
            <a:srgbClr val="036A6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546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29443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工程加固优先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532120" y="3291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CI、接指标、收敛 Draft 日报噪音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57200" y="482803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  ·  2026-08-01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7724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2026-08-01</dc:title>
  <dc:subject>AI 零代码应用生成平台项目状态</dc:subject>
  <dc:creator>yu-ai-code-mother automation</dc:creator>
  <cp:lastModifiedBy>yu-ai-code-mother automation</cp:lastModifiedBy>
  <cp:revision>1</cp:revision>
  <dcterms:created xsi:type="dcterms:W3CDTF">2026-08-01T09:11:56Z</dcterms:created>
  <dcterms:modified xsi:type="dcterms:W3CDTF">2026-08-01T09:11:56Z</dcterms:modified>
</cp:coreProperties>
</file>