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2685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-868680"/>
            <a:ext cx="4206240" cy="420624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87968" y="3950208"/>
            <a:ext cx="2971800" cy="2971800"/>
          </a:xfrm>
          <a:prstGeom prst="ellipse">
            <a:avLst/>
          </a:prstGeom>
          <a:solidFill>
            <a:srgbClr val="00A896">
              <a:alpha val="8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148840"/>
            <a:ext cx="1828800" cy="685800"/>
          </a:xfrm>
          <a:prstGeom prst="chevron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41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171907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yu-ai-code-mother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2359152"/>
            <a:ext cx="5440680" cy="1225296"/>
          </a:xfrm>
          <a:prstGeom prst="roundRect">
            <a:avLst>
              <a:gd name="adj" fmla="val 8955"/>
            </a:avLst>
          </a:prstGeom>
          <a:solidFill>
            <a:srgbClr val="0A6F8F">
              <a:alpha val="8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63347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本报告基于 README、主要模块、测试/CI 配置与近期 Git 提交自动整理，面向项目维护者和团队同步。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1078992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18120" y="1078992"/>
            <a:ext cx="123444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325880"/>
            <a:ext cx="905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82712" y="19751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19288" y="2322576"/>
            <a:ext cx="832104" cy="-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当前周期无新提交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45168" y="1078992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45168" y="1078992"/>
            <a:ext cx="12344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325880"/>
            <a:ext cx="905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09760" y="19751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46336" y="2322576"/>
            <a:ext cx="832104" cy="-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单体测试覆盖入口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18120" y="2633472"/>
            <a:ext cx="2761488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18120" y="2633472"/>
            <a:ext cx="276148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288036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2026-07-05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982712" y="352958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运行日（北京时间）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19288" y="3877056"/>
            <a:ext cx="2359152" cy="-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文件保存至 docs/reports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" y="619048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生成路径：docs/reports/project-status-2026-07-05.pptx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58368" y="1499616"/>
            <a:ext cx="21488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99616"/>
            <a:ext cx="21488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46504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9536" y="2743200"/>
            <a:ext cx="1746504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面向自然语言需求的应用生成与迭代平台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0672" y="1499616"/>
            <a:ext cx="21488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499616"/>
            <a:ext cx="21488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746504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55264" y="239572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交互形态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2743200"/>
            <a:ext cx="1746504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 AI 执行过程，前端实时反馈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22976" y="1499616"/>
            <a:ext cx="21488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22976" y="1499616"/>
            <a:ext cx="214884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746504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87568" y="239572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架构形态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24144" y="2743200"/>
            <a:ext cx="1746504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单体项目与微服务改造版本并存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57616" y="1444752"/>
            <a:ext cx="2834640" cy="155448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2700" dist="12700" dir="2700000">
              <a:srgbClr val="335A62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58784" y="167335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17556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16568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今日判断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13648" y="213969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能力面完整，工程化收敛仍是重点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近期无新提交，最后里程碑为微服务改造完成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859536" y="3776472"/>
            <a:ext cx="1508760" cy="804672"/>
          </a:xfrm>
          <a:prstGeom prst="roundRect">
            <a:avLst>
              <a:gd name="adj" fmla="val 1590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39410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0976" y="42245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32888" y="4069080"/>
            <a:ext cx="493776" cy="201168"/>
          </a:xfrm>
          <a:prstGeom prst="rightArrow">
            <a:avLst/>
          </a:prstGeom>
          <a:solidFill>
            <a:srgbClr val="BCE9E3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3776472"/>
            <a:ext cx="1508760" cy="804672"/>
          </a:xfrm>
          <a:prstGeom prst="roundRect">
            <a:avLst>
              <a:gd name="adj" fmla="val 1590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9410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路由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73552" y="42245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生成类型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55464" y="4069080"/>
            <a:ext cx="493776" cy="201168"/>
          </a:xfrm>
          <a:prstGeom prst="rightArrow">
            <a:avLst/>
          </a:prstGeom>
          <a:solidFill>
            <a:srgbClr val="BCE9E3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3776472"/>
            <a:ext cx="1691640" cy="804672"/>
          </a:xfrm>
          <a:prstGeom prst="roundRect">
            <a:avLst>
              <a:gd name="adj" fmla="val 15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39410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596128" y="42245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60920" y="4069080"/>
            <a:ext cx="493776" cy="201168"/>
          </a:xfrm>
          <a:prstGeom prst="rightArrow">
            <a:avLst/>
          </a:prstGeom>
          <a:solidFill>
            <a:srgbClr val="BCE9E3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0144" y="3776472"/>
            <a:ext cx="1508760" cy="804672"/>
          </a:xfrm>
          <a:prstGeom prst="roundRect">
            <a:avLst>
              <a:gd name="adj" fmla="val 15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39410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预览编辑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101584" y="42245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Editor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683496" y="4069080"/>
            <a:ext cx="493776" cy="201168"/>
          </a:xfrm>
          <a:prstGeom prst="rightArrow">
            <a:avLst/>
          </a:prstGeom>
          <a:solidFill>
            <a:srgbClr val="BCE9E3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32720" y="3776472"/>
            <a:ext cx="1234440" cy="804672"/>
          </a:xfrm>
          <a:prstGeom prst="roundRect">
            <a:avLst>
              <a:gd name="adj" fmla="val 15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0" y="3941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424160" y="4224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分享下载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9808" y="507492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9808" y="5074920"/>
            <a:ext cx="14630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8992" y="52578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产品表面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1060704" y="5678424"/>
            <a:ext cx="2999232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应用创建、AI 对话、实时预览、个人/精选应用列表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4526280" y="507492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26280" y="5074920"/>
            <a:ext cx="146304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52578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后端底座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4837176" y="5678424"/>
            <a:ext cx="2999232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3、LangChain4j、LangGraph4j、Redis、MySQL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8302752" y="507492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302752" y="5074920"/>
            <a:ext cx="14630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31936" y="52578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运维观测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8613648" y="5678424"/>
            <a:ext cx="2267712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指标模板已提供</a:t>
            </a:r>
            <a:endParaRPr lang="en-US" sz="1030" dirty="0"/>
          </a:p>
        </p:txBody>
      </p:sp>
      <p:sp>
        <p:nvSpPr>
          <p:cNvPr id="59" name="Text 57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5166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6184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60020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9264" y="2020824"/>
            <a:ext cx="459943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输入需求后，AI 自动选择 HTML、多文件或 Vue 工程策略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通过工具调用写文件，并以 SSE 流式展示执行过程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163056" y="1417320"/>
            <a:ext cx="5166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1618488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714500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76288" y="160020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可视化编辑与实时预览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73952" y="2020824"/>
            <a:ext cx="459943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前端集成 VisualEditor，可在 iframe 中点选元素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结合对话修改页面，降低二次迭代成本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58368" y="3035808"/>
            <a:ext cx="5166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323697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33298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321868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一键部署、封面与下载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69264" y="3639312"/>
            <a:ext cx="459943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部署复制静态产物并生成访问 URL；Vue 工程先构建 dist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异步截图上传封面，支持源码 ZIP 下载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163056" y="3035808"/>
            <a:ext cx="5166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64224" y="323697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333298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6288" y="321868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企业级管理与监控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73952" y="3639312"/>
            <a:ext cx="459943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用户/应用/对话历史管理，管理员精选应用与后台查询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 限流、Redis 缓存、Prometheus 与 Grafana 模板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914400" y="4919472"/>
            <a:ext cx="10104120" cy="685800"/>
          </a:xfrm>
          <a:prstGeom prst="roundRect">
            <a:avLst>
              <a:gd name="adj" fmla="val 24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138928"/>
            <a:ext cx="9765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能力主线：自然语言需求 → AI 生成 → 预览编辑 → 部署分享 → 管理监控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架构与模块版图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13232" y="1444752"/>
            <a:ext cx="521208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44752"/>
            <a:ext cx="52120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9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单体版：根目录 src/（端口 8123）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2212848"/>
            <a:ext cx="208483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212848"/>
            <a:ext cx="146304" cy="9326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23957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工作流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98448" y="2816352"/>
            <a:ext cx="151790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质检、图片收集、并发子图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401568" y="2212848"/>
            <a:ext cx="208483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2212848"/>
            <a:ext cx="146304" cy="9326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23957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712464" y="2816352"/>
            <a:ext cx="151790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App/User/ChatHistory 控制器与服务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87552" y="3456432"/>
            <a:ext cx="208483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3456432"/>
            <a:ext cx="146304" cy="9326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6736" y="36393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生成引擎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98448" y="4059936"/>
            <a:ext cx="151790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解析、保存、Vue 构建、工具调用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401568" y="3456432"/>
            <a:ext cx="208483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568" y="3456432"/>
            <a:ext cx="146304" cy="9326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6393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监控限流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712464" y="4059936"/>
            <a:ext cx="151790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Actuator、Prometheus、Redisson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272784" y="1444752"/>
            <a:ext cx="521208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1444752"/>
            <a:ext cx="521208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60934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微服务版：yu-ai-code-mother-microservice/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47104" y="2240280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EF9F7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3408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07224" y="23408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公共能力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51392" y="2240280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23408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11512" y="23408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47104" y="2862072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EF9F7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9626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07224" y="296265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服务接口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51392" y="2862072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29626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811512" y="296265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47104" y="3483864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EF9F7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58444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07224" y="35844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51392" y="3483864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358444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811512" y="35844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模块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47104" y="4105656"/>
            <a:ext cx="2057400" cy="420624"/>
          </a:xfrm>
          <a:prstGeom prst="roundRect">
            <a:avLst>
              <a:gd name="adj" fmla="val 23913"/>
            </a:avLst>
          </a:prstGeom>
          <a:solidFill>
            <a:srgbClr val="EEF9F7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42062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07224" y="42062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547104" y="4617720"/>
            <a:ext cx="4443984" cy="475488"/>
          </a:xfrm>
          <a:prstGeom prst="roundRect">
            <a:avLst>
              <a:gd name="adj" fmla="val 3076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" dist="12700" dir="2700000">
              <a:srgbClr val="335A62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48272" y="4846320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8272" y="492861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306056" y="4846320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架构备注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6803136" y="5312664"/>
            <a:ext cx="3931920" cy="-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跨服务调用已进入代码库；API Gateway 未发现</a:t>
            </a:r>
            <a:endParaRPr lang="en-US" sz="1140" dirty="0"/>
          </a:p>
        </p:txBody>
      </p:sp>
      <p:sp>
        <p:nvSpPr>
          <p:cNvPr id="56" name="Text 54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13232" y="1444752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444752"/>
            <a:ext cx="214884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691640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77824" y="234086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688336"/>
            <a:ext cx="1746504" cy="-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 至 2026-07-05 未发现新提交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444752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444752"/>
            <a:ext cx="21488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691640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893918c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19272" y="234086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HEAD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55848" y="2688336"/>
            <a:ext cx="1746504" cy="-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 微服务改造完成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42432" y="1444752"/>
            <a:ext cx="5349240" cy="1325880"/>
          </a:xfrm>
          <a:prstGeom prst="roundRect">
            <a:avLst>
              <a:gd name="adj" fmla="val 1103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" dist="12700" dir="2700000">
              <a:srgbClr val="335A6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167335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7556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01384" y="1673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状态解读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98464" y="2139696"/>
            <a:ext cx="4837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当前周期更适合做工程化巡检与风险收敛，而非追踪功能增量。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最后一次主线里程碑集中在 2025-08-26 的微服务改造。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1188720" y="3749040"/>
            <a:ext cx="2240280" cy="0"/>
          </a:xfrm>
          <a:prstGeom prst="line">
            <a:avLst/>
          </a:prstGeom>
          <a:noFill/>
          <a:ln w="25400">
            <a:solidFill>
              <a:srgbClr val="BCE9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547872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75888"/>
            <a:ext cx="512064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" y="41879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45171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8646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成本、稳定性、安全性与 Prompt 审查相关改进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77640" y="3749040"/>
            <a:ext cx="2240280" cy="0"/>
          </a:xfrm>
          <a:prstGeom prst="line">
            <a:avLst/>
          </a:prstGeom>
          <a:noFill/>
          <a:ln w="25400">
            <a:solidFill>
              <a:srgbClr val="BCE9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3320" y="3547872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675888"/>
            <a:ext cx="512064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57016" y="41879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47288" y="45171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 / 部署上线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172968" y="48646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Prometheus、Grafana、部署能力进入项目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3749040"/>
            <a:ext cx="2240280" cy="0"/>
          </a:xfrm>
          <a:prstGeom prst="line">
            <a:avLst/>
          </a:prstGeom>
          <a:noFill/>
          <a:ln w="25400">
            <a:solidFill>
              <a:srgbClr val="BCE9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547872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675888"/>
            <a:ext cx="512064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45936" y="41879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45171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微服务改造序列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61888" y="48646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 等模块拆分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555480" y="3749040"/>
            <a:ext cx="2240280" cy="0"/>
          </a:xfrm>
          <a:prstGeom prst="line">
            <a:avLst/>
          </a:prstGeom>
          <a:noFill/>
          <a:ln w="25400">
            <a:solidFill>
              <a:srgbClr val="F3F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3547872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3675888"/>
            <a:ext cx="512064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34856" y="41879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2026-07-05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25128" y="45171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本日报告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750808" y="48646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新增每日项目状态 PPT，未修改业务代码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13232" y="1463040"/>
            <a:ext cx="217627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463040"/>
            <a:ext cx="217627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09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77824" y="23591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单体后端测试类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706624"/>
            <a:ext cx="17739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 AI 生成、LangGraph、工具与截图等路径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463040"/>
            <a:ext cx="217627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463040"/>
            <a:ext cx="2176272" cy="109728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709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83280" y="23591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19856" y="2706624"/>
            <a:ext cx="17739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配置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24144" y="1463040"/>
            <a:ext cx="217627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24144" y="1463040"/>
            <a:ext cx="2176272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1709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888736" y="23591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25312" y="2706624"/>
            <a:ext cx="17739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0" y="1463040"/>
            <a:ext cx="217627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1463040"/>
            <a:ext cx="2176272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1709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394192" y="23591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监控抓取间隔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30768" y="2706624"/>
            <a:ext cx="17739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指向 :8123/api/actuator/prometheus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6112" y="3657600"/>
            <a:ext cx="99669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39319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生产运行指标尚未接入本次报告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07008" y="440740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建议后续从 Grafana/Prometheus 自动拉取：AI 调用量、响应耗时、错误率、Token 成本、部署成功率、截图任务耗时。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802368" y="3493008"/>
            <a:ext cx="822960" cy="822960"/>
          </a:xfrm>
          <a:prstGeom prst="donu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28048" y="4224528"/>
            <a:ext cx="658368" cy="658368"/>
          </a:xfrm>
          <a:prstGeom prst="donut">
            <a:avLst/>
          </a:prstGeom>
          <a:solidFill>
            <a:srgbClr val="00A896">
              <a:alpha val="82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 / CI 现状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86384" y="1417320"/>
            <a:ext cx="10332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591056"/>
            <a:ext cx="384048" cy="384048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68706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1600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流水线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493008" y="1600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未发现配置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无法查询 pass/fail；建议补 GitHub Actions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86384" y="2377440"/>
            <a:ext cx="10332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5511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64718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00200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49300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个测试类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0" y="25603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多为 SpringBootTest / AI 集成路径，需 mock 化降低波动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86384" y="3337560"/>
            <a:ext cx="10332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3511296"/>
            <a:ext cx="384048" cy="384048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60730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3520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前端测试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493008" y="3520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test 脚本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0" y="35204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 build、type-check、lint、format 脚本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86384" y="4297680"/>
            <a:ext cx="10332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" y="4471416"/>
            <a:ext cx="384048" cy="384048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456742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00200" y="4480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微服务测试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3493008" y="4480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个测试类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0" y="44805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拆分后缺少服务级契约与启动验证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22960" y="5422392"/>
            <a:ext cx="10149840" cy="54864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" dist="12700" dir="2700000">
              <a:srgbClr val="335A62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24128" y="565099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73328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81912" y="565099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建议验证命令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078992" y="6117336"/>
            <a:ext cx="9637776" cy="-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后端：mvn test（需外部依赖可用或先做 mock） · 前端：npm run build &amp;&amp; npm run lint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77240" y="1444752"/>
            <a:ext cx="4892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645920"/>
            <a:ext cx="384048" cy="384048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741932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90472" y="162763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缺失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88136" y="2048256"/>
            <a:ext cx="43251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微服务各自端口暴露，前端示例仍指向单体 8123。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63640" y="1444752"/>
            <a:ext cx="4892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64808" y="16459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41932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76872" y="162763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未迁入微服务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74536" y="2048256"/>
            <a:ext cx="43251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工作流代码集中在单体 src/main/java。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7240" y="2743200"/>
            <a:ext cx="4892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8408" y="294436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040380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90472" y="29260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 appId 未打通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88136" y="3346704"/>
            <a:ext cx="43251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CodeGeneratorNode 仍固定 appId=0，待接入业务应用。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63640" y="2743200"/>
            <a:ext cx="4892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64808" y="2944368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3040380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76872" y="29260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 LangChain4j 待清理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574536" y="3346704"/>
            <a:ext cx="43251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 TODO 与调试输出，需收敛维护边界。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77240" y="4041648"/>
            <a:ext cx="101498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CE9E3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8408" y="424281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338828"/>
            <a:ext cx="38404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90472" y="4224528"/>
            <a:ext cx="9217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一键环境缺口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088136" y="4645152"/>
            <a:ext cx="95829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docker-compose，基础设施启动成本偏高。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04672" y="1389888"/>
            <a:ext cx="1028700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527048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047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65960" y="1554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外部依赖多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160520" y="1554480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DeepSeek/DashScope/COS/MySQL/Redis/Nacos 等需手工配置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4672" y="2231136"/>
            <a:ext cx="1028700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2368296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4460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65960" y="23957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测试稳定性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4160520" y="2395728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测试强依赖真实 AI 与基础设施，CI 难以稳定跑通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04672" y="3072384"/>
            <a:ext cx="1028700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3209544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287268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65960" y="32369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本地联调复杂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160520" y="3236976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微服务需同时启动 Nacos、多个服务与数据组件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04672" y="3913632"/>
            <a:ext cx="1028700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4050792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128516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5960" y="40782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截图环境敏感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160520" y="4078224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Chrome 在无头环境或容器中易波动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04672" y="4754880"/>
            <a:ext cx="1028700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489204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969764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65960" y="49194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依赖版本风险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4160520" y="4919472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仓库长期无更新，框架版本需安全与兼容性复核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674352" y="5285232"/>
            <a:ext cx="658368" cy="566928"/>
          </a:xfrm>
          <a:prstGeom prst="hexagon">
            <a:avLst/>
          </a:prstGeom>
          <a:solidFill>
            <a:srgbClr val="D64550">
              <a:alpha val="85000"/>
            </a:srgbClr>
          </a:solidFill>
          <a:ln w="12700">
            <a:solidFill>
              <a:srgbClr val="D6455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22992" y="5614416"/>
            <a:ext cx="457200" cy="393192"/>
          </a:xfrm>
          <a:prstGeom prst="hexagon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1143000"/>
            <a:ext cx="3108960" cy="3108960"/>
          </a:xfrm>
          <a:prstGeom prst="arc">
            <a:avLst/>
          </a:prstGeom>
          <a:solidFill>
            <a:srgbClr val="F3FBFA">
              <a:alpha val="0"/>
            </a:srgbClr>
          </a:solidFill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440680"/>
            <a:ext cx="1417320" cy="1417320"/>
          </a:xfrm>
          <a:prstGeom prst="ellipse">
            <a:avLst/>
          </a:prstGeom>
          <a:solidFill>
            <a:srgbClr val="BCE9E3">
              <a:alpha val="75000"/>
            </a:srgbClr>
          </a:solidFill>
          <a:ln w="12700">
            <a:solidFill>
              <a:srgbClr val="BCE9E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7F8F5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57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713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664208" cy="358444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53312" y="1810512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65960"/>
            <a:ext cx="62179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CI 基线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34670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跑后端测试/前端 build/lint，并分层处理外部依赖。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999232" y="1536192"/>
            <a:ext cx="1664208" cy="358444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9584" y="1810512"/>
            <a:ext cx="621792" cy="6217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965960"/>
            <a:ext cx="62179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63824" y="26700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统一微服务入口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63824" y="334670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Gateway，前端 VITE_API_BASE_URL 指向统一 /api。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75504" y="1536192"/>
            <a:ext cx="1664208" cy="358444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05856" y="1810512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05856" y="1965960"/>
            <a:ext cx="62179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0096" y="26700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 LangGraph 架构归属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0096" y="334670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迁入 app 服务或文档声明单体为 AI 工作流主运行形态。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351776" y="1536192"/>
            <a:ext cx="1664208" cy="358444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82128" y="1810512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1965960"/>
            <a:ext cx="62179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16368" y="26700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打通工作流 appId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16368" y="334670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CodeGeneratorNode 固定 appId，串起生成目录与部署链路。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9528048" y="1536192"/>
            <a:ext cx="1664208" cy="358444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BCE9E3"/>
            </a:solidFill>
            <a:prstDash val="solid"/>
          </a:ln>
          <a:effectLst>
            <a:outerShdw sx="100000" sy="100000" kx="0" ky="0" algn="bl" rotWithShape="0" blurRad="12700" dist="12700" dir="2700000">
              <a:srgbClr val="7AAEA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58400" y="1810512"/>
            <a:ext cx="621792" cy="6217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1965960"/>
            <a:ext cx="62179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92640" y="26700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降低启动门槛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92640" y="334670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docker-compose 与样例配置，覆盖 MySQL/Redis/Nacos/Prometheus。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1508760" y="5550408"/>
            <a:ext cx="8869680" cy="182880"/>
          </a:xfrm>
          <a:prstGeom prst="rightArrow">
            <a:avLst/>
          </a:prstGeom>
          <a:solidFill>
            <a:srgbClr val="BCE9E3"/>
          </a:solidFill>
          <a:ln w="12700">
            <a:solidFill>
              <a:srgbClr val="BCE9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5815584"/>
            <a:ext cx="937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优先级建议：先让验证稳定可复现，再推进微服务统一入口与工作流业务闭环。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2026-07-05（北京时间）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37392" y="6327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26280"/>
            <a:ext cx="3017520" cy="3017520"/>
          </a:xfrm>
          <a:prstGeom prst="ellipse">
            <a:avLst/>
          </a:prstGeom>
          <a:solidFill>
            <a:srgbClr val="00A896">
              <a:alpha val="84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-640080"/>
            <a:ext cx="3154680" cy="3154680"/>
          </a:xfrm>
          <a:prstGeom prst="ellipse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产品能力已经具备端到端闭环；当前关键是把工程化、测试稳定性与微服务体验补齐。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2880360"/>
            <a:ext cx="3063240" cy="1481328"/>
          </a:xfrm>
          <a:prstGeom prst="roundRect">
            <a:avLst>
              <a:gd name="adj" fmla="val 10494"/>
            </a:avLst>
          </a:prstGeom>
          <a:solidFill>
            <a:srgbClr val="0B6F8B">
              <a:alpha val="86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163824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73552"/>
            <a:ext cx="43891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82496" y="31638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36941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生成、可视化编辑、部署分享、后台管理与监控链路均已覆盖。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44568" y="2880360"/>
            <a:ext cx="3063240" cy="1481328"/>
          </a:xfrm>
          <a:prstGeom prst="roundRect">
            <a:avLst>
              <a:gd name="adj" fmla="val 10494"/>
            </a:avLst>
          </a:prstGeom>
          <a:solidFill>
            <a:srgbClr val="0B6F8B">
              <a:alpha val="9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3163824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73552"/>
            <a:ext cx="43891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85816" y="31638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近期平稳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37176" y="36941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天无新提交；最后主线里程碑为微服务改造完成。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47888" y="2880360"/>
            <a:ext cx="3063240" cy="1481328"/>
          </a:xfrm>
          <a:prstGeom prst="roundRect">
            <a:avLst>
              <a:gd name="adj" fmla="val 10494"/>
            </a:avLst>
          </a:prstGeom>
          <a:solidFill>
            <a:srgbClr val="0B6F8B">
              <a:alpha val="86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316382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273552"/>
            <a:ext cx="43891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89136" y="31638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下一焦点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40496" y="36941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CI、Gateway、LangGraph 业务闭环与一键环境是最优先收敛方向。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61996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报告文件：docs/reports/project-status-2026-07-05.pptx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docs: 每日项目状态汇报 2026-07-05</dc:title>
  <dc:subject>每日项目状态汇报</dc:subject>
  <dc:creator>Cursor Automation</dc:creator>
  <cp:lastModifiedBy>Cursor Automation</cp:lastModifiedBy>
  <cp:revision>1</cp:revision>
  <dcterms:created xsi:type="dcterms:W3CDTF">2026-07-05T09:05:14Z</dcterms:created>
  <dcterms:modified xsi:type="dcterms:W3CDTF">2026-07-05T09:05:14Z</dcterms:modified>
</cp:coreProperties>
</file>