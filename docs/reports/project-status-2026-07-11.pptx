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6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822960"/>
            <a:ext cx="5669280" cy="5669280"/>
          </a:xfrm>
          <a:prstGeom prst="arc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011680"/>
            <a:ext cx="3108960" cy="3108960"/>
          </a:xfrm>
          <a:prstGeom prst="arc">
            <a:avLst/>
          </a:prstGeom>
          <a:solidFill>
            <a:srgbClr val="00A896">
              <a:alpha val="75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30352"/>
            <a:ext cx="182880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94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6733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2026-07-11（北京时间）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" y="3154680"/>
            <a:ext cx="548640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29000"/>
            <a:ext cx="5074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面向项目维护者/团队：聚焦当前能力、近期变更、测试与 CI 状态、风险阻塞和下一步建议。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808" y="466344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773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31136" y="466344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4773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304288" y="521208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12464" y="466344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773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785616" y="521208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93792" y="466344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4773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5266944" y="521208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0" y="6144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 / Teal Trust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定位：企业级 AI 代码生成 / 零代码应用生成平台，前后端与部署链路并重。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157276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572768"/>
            <a:ext cx="100584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1773936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188366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3560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产品目标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213969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用户输入需求后，系统自动生成网页/应用代码，并提供实时预览、持续对话修改、部署分享与源码下载。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4251960" y="157276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572768"/>
            <a:ext cx="10058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1416" y="177393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188366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0176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技术底座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1768" y="213969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LangChain4j/LangGraph4j + Vue 3；结合 Redis、MySQL、COS、Prometheus 等工程能力。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7818120" y="157276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18120" y="1572768"/>
            <a:ext cx="10058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7576" y="177393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37576" y="188366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6792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当前形态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67928" y="213969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单体版功能闭环更完整；微服务版已拆出 user/app/screenshot/ai/model/common/client 等模块。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731520" y="347472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E8F8F6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3785616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9410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27632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627632" y="4014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42032" y="3886200"/>
            <a:ext cx="292608" cy="23774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1800" y="3785616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39410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85032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路由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685032" y="4014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生成类型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99432" y="3886200"/>
            <a:ext cx="292608" cy="23774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785616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9410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42432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742432" y="4014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HTML/多文件/Vue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56832" y="3886200"/>
            <a:ext cx="292608" cy="23774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86600" y="3785616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9410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99832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预览编辑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799832" y="4014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iframe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714232" y="3886200"/>
            <a:ext cx="292608" cy="23774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0" y="3785616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39410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857232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857232" y="4014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封面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14400" y="525780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状态判断：核心链路已具备演示与教学价值；工程化交付仍需要 CI、容器化、环境编排和微服务入口治理。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围绕“生成 → 编辑 → 部署 → 管理”形成产品闭环。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15544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554480"/>
            <a:ext cx="100584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175564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186537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27048" y="17556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7048" y="21214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根据用户需求自动选择生成策略，支持 HTML、多文件网站、Vue 工程，并通过工具调用写入代码文件。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554480"/>
            <a:ext cx="10058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1755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186537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013448" y="17556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实时对话预览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21214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流式输出生成过程；前端在对话页展示生成内容，并通过 iframe 实时预览应用效果。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777240" y="33832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383280"/>
            <a:ext cx="10058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" y="35844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" y="369417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27048" y="35844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7048" y="39502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用户可进入编辑模式点选页面元素，与 AI 对话完成局部修改，降低二次调整门槛。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6263640" y="33832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383280"/>
            <a:ext cx="100584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83096" y="358444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369417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013448" y="35844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3448" y="39502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支持部署到可访问地址、封面截图、源码下载；后台提供应用、用户、对话等管理入口。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822960" y="5440680"/>
            <a:ext cx="10515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596128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能力边界：单体后端覆盖最完整；微服务版仍需补齐网关、统一会话、监控与前端联调入口。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模块与架构地图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仓库同时保留单体与微服务两条实现路径，需关注双轨一致性。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9808" y="1554480"/>
            <a:ext cx="3154680" cy="41148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783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src/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24128" y="2331720"/>
            <a:ext cx="2331720" cy="329184"/>
          </a:xfrm>
          <a:prstGeom prst="roundRect">
            <a:avLst>
              <a:gd name="adj" fmla="val 33333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18588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App/User/Chat 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24128" y="2907792"/>
            <a:ext cx="2331720" cy="329184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94660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生成与工具调用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4128" y="3483864"/>
            <a:ext cx="2331720" cy="329184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570732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24128" y="4059936"/>
            <a:ext cx="2331720" cy="329184"/>
          </a:xfrm>
          <a:prstGeom prst="roundRect">
            <a:avLst>
              <a:gd name="adj" fmla="val 33333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46804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15544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17720" y="23317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EF4F7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44144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3317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EF4F7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4144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89864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EF4F7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083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89864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1F7F3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083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465576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1F7F3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5753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465576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1F7F3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5753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403250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1F7F3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1422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4892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Nacos；可运行服务：user/app/screenshot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21040" y="1554480"/>
            <a:ext cx="3063240" cy="41148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yu-ai-code-mother-frontend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613648" y="2331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13648" y="2331720"/>
            <a:ext cx="100584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63456" y="2532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Ant Design Vue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363456" y="2898648"/>
            <a:ext cx="1417320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70" dirty="0"/>
          </a:p>
        </p:txBody>
      </p:sp>
      <p:sp>
        <p:nvSpPr>
          <p:cNvPr id="45" name="Shape 43"/>
          <p:cNvSpPr/>
          <p:nvPr/>
        </p:nvSpPr>
        <p:spPr>
          <a:xfrm>
            <a:off x="8613648" y="2990088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613648" y="2990088"/>
            <a:ext cx="10058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63456" y="31912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 / 对话页 / 管理后台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63456" y="3557016"/>
            <a:ext cx="1417320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70" dirty="0"/>
          </a:p>
        </p:txBody>
      </p:sp>
      <p:sp>
        <p:nvSpPr>
          <p:cNvPr id="49" name="Shape 47"/>
          <p:cNvSpPr/>
          <p:nvPr/>
        </p:nvSpPr>
        <p:spPr>
          <a:xfrm>
            <a:off x="8613648" y="3648456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613648" y="3648456"/>
            <a:ext cx="100584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63456" y="38496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自动生成 TS 客户端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363456" y="4215384"/>
            <a:ext cx="1417320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70" dirty="0"/>
          </a:p>
        </p:txBody>
      </p:sp>
      <p:sp>
        <p:nvSpPr>
          <p:cNvPr id="53" name="Shape 51"/>
          <p:cNvSpPr/>
          <p:nvPr/>
        </p:nvSpPr>
        <p:spPr>
          <a:xfrm>
            <a:off x="8613648" y="4306824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13648" y="4306824"/>
            <a:ext cx="100584" cy="475488"/>
          </a:xfrm>
          <a:prstGeom prst="rect">
            <a:avLst/>
          </a:prstGeom>
          <a:solidFill>
            <a:srgbClr val="D48806"/>
          </a:solidFill>
          <a:ln w="12700">
            <a:solidFill>
              <a:srgbClr val="D4880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63456" y="4507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默认代理 localhost:8123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363456" y="4873752"/>
            <a:ext cx="1417320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昨日/近期变更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 git log 无新增提交；以下为仓库最近历史提交反映的阶段性进展。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97280" y="2880360"/>
            <a:ext cx="9784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62432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76148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3375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3272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33272" y="3794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33272" y="41605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common/model/client/user/app/ai/screenshot 模块，Dubbo + Nacos 跨服务调用落地。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480560" y="2624328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6148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33375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76472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76472" y="3794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76472" y="41605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Actuator、Prometheus 配置和 AI 调用指标，覆盖请求数、Token、耗时等维度。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223760" y="2624328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76148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3375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19672" y="3794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19672" y="41605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完善应用部署、静态资源访问、封面截图和分享路径等上线相关能力。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966960" y="262432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276148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98280" y="33375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62872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62872" y="3794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262872" y="41605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围绕并发、实时性、安全限流、Prompt 审查、稳定性和成本进行多轮优化。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68680" y="1554480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EAF8F5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1792224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昨日状态：未发现 2026-07-10 至 2026-07-11 的仓库提交；本日报告基于 README、主要模块与最近 20 条历史提交生成。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生产运行指标尚未接入本次自动汇报；以下为仓库静态指标与配置事实。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1600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17647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87552" y="2258568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53288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无新增记录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01568" y="1600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7647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66160" y="2258568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02736" y="253288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0176" y="1600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17647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44768" y="2258568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81344" y="253288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集中在单体 src/test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58784" y="1600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23376" y="17647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3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723376" y="2258568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配置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59952" y="253288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workflows/Jenkins/GitLab CI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429000"/>
            <a:ext cx="10378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需要持续跟踪的工程指标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61872" y="41330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调用量/Token/耗时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94760" y="4114800"/>
            <a:ext cx="6217920" cy="128016"/>
          </a:xfrm>
          <a:prstGeom prst="roundRect">
            <a:avLst>
              <a:gd name="adj" fmla="val 28571"/>
            </a:avLst>
          </a:prstGeom>
          <a:solidFill>
            <a:srgbClr val="E3EEEE"/>
          </a:solidFill>
          <a:ln w="12700">
            <a:solidFill>
              <a:srgbClr val="E3EE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4114800"/>
            <a:ext cx="4476902" cy="128016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44074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生成成功率与失败类型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94760" y="4389120"/>
            <a:ext cx="6217920" cy="128016"/>
          </a:xfrm>
          <a:prstGeom prst="roundRect">
            <a:avLst>
              <a:gd name="adj" fmla="val 28571"/>
            </a:avLst>
          </a:prstGeom>
          <a:solidFill>
            <a:srgbClr val="E3EEEE"/>
          </a:solidFill>
          <a:ln w="12700">
            <a:solidFill>
              <a:srgbClr val="E3EEE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4389120"/>
            <a:ext cx="3419856" cy="128016"/>
          </a:xfrm>
          <a:prstGeom prst="roundRect">
            <a:avLst>
              <a:gd name="adj" fmla="val 28571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46817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部署成功率与截图耗时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94760" y="4663440"/>
            <a:ext cx="6217920" cy="128016"/>
          </a:xfrm>
          <a:prstGeom prst="roundRect">
            <a:avLst>
              <a:gd name="adj" fmla="val 28571"/>
            </a:avLst>
          </a:prstGeom>
          <a:solidFill>
            <a:srgbClr val="E3EEEE"/>
          </a:solidFill>
          <a:ln w="12700">
            <a:solidFill>
              <a:srgbClr val="E3EEE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4760" y="4663440"/>
            <a:ext cx="2860243" cy="128016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1872" y="495604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前后端构建与测试结果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94760" y="4937760"/>
            <a:ext cx="6217920" cy="128016"/>
          </a:xfrm>
          <a:prstGeom prst="roundRect">
            <a:avLst>
              <a:gd name="adj" fmla="val 28571"/>
            </a:avLst>
          </a:prstGeom>
          <a:solidFill>
            <a:srgbClr val="E3EEEE"/>
          </a:solidFill>
          <a:ln w="12700">
            <a:solidFill>
              <a:srgbClr val="E3EE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94760" y="4937760"/>
            <a:ext cx="2362810" cy="128016"/>
          </a:xfrm>
          <a:prstGeom prst="roundRect">
            <a:avLst>
              <a:gd name="adj" fmla="val 28571"/>
            </a:avLst>
          </a:prstGeom>
          <a:solidFill>
            <a:srgbClr val="D48806"/>
          </a:solidFill>
          <a:ln w="12700">
            <a:solidFill>
              <a:srgbClr val="D4880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53949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建议：将这些指标纳入 Prometheus/Grafana 或定期产物，替代静态仓库扫描。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仓库存在本地测试/构建脚本，但未发现自动化流水线配置。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16002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1600200"/>
            <a:ext cx="100584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18013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19110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72768" y="18013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72768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src/test 包含 AI、LangGraph、工具、截图与上下文加载测试；多数依赖真实外部服务或凭据。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4434840" y="16002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1600200"/>
            <a:ext cx="100584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8013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9110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84648" y="18013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前端脚本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84648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提供 build、type-check、lint、format、openapi2ts；未见 Vitest/Playwright/Cypress 配置。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8046720" y="16002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1600200"/>
            <a:ext cx="100584" cy="1371600"/>
          </a:xfrm>
          <a:prstGeom prst="rect">
            <a:avLst/>
          </a:prstGeom>
          <a:solidFill>
            <a:srgbClr val="B43E4A"/>
          </a:solidFill>
          <a:ln w="12700">
            <a:solidFill>
              <a:srgbClr val="B43E4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1801368"/>
            <a:ext cx="420624" cy="420624"/>
          </a:xfrm>
          <a:prstGeom prst="ellipse">
            <a:avLst/>
          </a:prstGeom>
          <a:solidFill>
            <a:srgbClr val="B43E4A"/>
          </a:solidFill>
          <a:ln w="12700">
            <a:solidFill>
              <a:srgbClr val="B43E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9110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96528" y="18013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96528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.github/workflows、GitLab CI、Jenkinsfile、Dockerfile 或 docker-compose 配置。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914400" y="3520440"/>
            <a:ext cx="10287000" cy="1783080"/>
          </a:xfrm>
          <a:prstGeom prst="roundRect">
            <a:avLst>
              <a:gd name="adj" fmla="val 5128"/>
            </a:avLst>
          </a:prstGeom>
          <a:solidFill>
            <a:srgbClr val="EAF8F5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767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最近状态说明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25880" y="418795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413308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本次仅为报告生成任务，未修改业务代码，也未执行全量业务测试。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325880" y="450799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0200" y="44531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报告文件已使用 PPT 文本抽取方式检查占位文本；后续建议新增流水线进行自动化验证。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325880" y="4828032"/>
            <a:ext cx="146304" cy="146304"/>
          </a:xfrm>
          <a:prstGeom prst="ellipse">
            <a:avLst/>
          </a:prstGeom>
          <a:solidFill>
            <a:srgbClr val="D48806"/>
          </a:solidFill>
          <a:ln w="12700">
            <a:solidFill>
              <a:srgbClr val="D488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477316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后端集成测试若进入 CI，需要先剥离外部 AI/图片/COS/浏览器依赖或提供稳定测试替身。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当前主要风险集中在双轨架构、外部依赖、自动化门禁和上线编排。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160020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1600200"/>
            <a:ext cx="100584" cy="1143000"/>
          </a:xfrm>
          <a:prstGeom prst="rect">
            <a:avLst/>
          </a:prstGeom>
          <a:solidFill>
            <a:srgbClr val="D48806"/>
          </a:solidFill>
          <a:ln w="12700">
            <a:solidFill>
              <a:srgbClr val="D4880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1801368"/>
            <a:ext cx="420624" cy="420624"/>
          </a:xfrm>
          <a:prstGeom prst="ellipse">
            <a:avLst/>
          </a:prstGeom>
          <a:solidFill>
            <a:srgbClr val="D48806"/>
          </a:solidFill>
          <a:ln w="12700">
            <a:solidFill>
              <a:srgbClr val="D4880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19110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72768" y="18013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双轨维护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72768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单体与微服务代码并存，能力覆盖不完全一致，后续变更容易产生漂移。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00200"/>
            <a:ext cx="100584" cy="1143000"/>
          </a:xfrm>
          <a:prstGeom prst="rect">
            <a:avLst/>
          </a:prstGeom>
          <a:solidFill>
            <a:srgbClr val="B43E4A"/>
          </a:solidFill>
          <a:ln w="12700">
            <a:solidFill>
              <a:srgbClr val="B43E4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1801368"/>
            <a:ext cx="420624" cy="420624"/>
          </a:xfrm>
          <a:prstGeom prst="ellipse">
            <a:avLst/>
          </a:prstGeom>
          <a:solidFill>
            <a:srgbClr val="B43E4A"/>
          </a:solidFill>
          <a:ln w="12700">
            <a:solidFill>
              <a:srgbClr val="B43E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19110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04888" y="18013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环境依赖重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4888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MySQL、Redis、Nacos、AI Key、COS、Pexels、Chrome/Selenium 均可能影响本地与部署稳定性。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822960" y="320040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200400"/>
            <a:ext cx="100584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" y="34015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35112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72768" y="34015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微服务入口缺口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72768" y="3767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前端仍默认代理单体 8123；微服务缺 API Gateway、统一会话和完整监控链路。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6355080" y="320040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DEDE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200400"/>
            <a:ext cx="10058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4536" y="34015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35112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104888" y="34015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测试自动化不足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04888" y="3767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CI；集成测试依赖真实外部服务，难以作为稳定回归门禁。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960120" y="5166360"/>
            <a:ext cx="1014984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5385816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优先级建议：先固化交付链路与自动化验证，再扩大微服务化范围和工作流产品化。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聚焦能降低交付风险、提升可维护性的短闭环动作。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1508760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5506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64208" y="1463040"/>
            <a:ext cx="9464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1581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补齐交付门禁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3977640" y="158191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CI：后端单元测试、前端 type-check/build/lint，并区分外部依赖集成测试。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914400" y="23317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47802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64208" y="2286000"/>
            <a:ext cx="9464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统一运行入口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3977640" y="240487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为微服务补 API Gateway/统一鉴权/会话策略，前端通过环境变量切换后端入口。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914400" y="3154680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0098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64208" y="3108960"/>
            <a:ext cx="9464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8528" y="3227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容器化与环境编排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3977640" y="322783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Dockerfile、compose 或脚本拉起 MySQL/Redis/Nacos/浏览器截图依赖。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914400" y="3977640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2394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64208" y="3931920"/>
            <a:ext cx="9464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8528" y="4050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打通监控指标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3977640" y="405079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AI 调用、生成成功率、部署耗时、截图失败率纳入 Prometheus/Grafana。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914400" y="4800600"/>
            <a:ext cx="512064" cy="512064"/>
          </a:xfrm>
          <a:prstGeom prst="ellipse">
            <a:avLst/>
          </a:prstGeom>
          <a:solidFill>
            <a:srgbClr val="D488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94690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64208" y="4754880"/>
            <a:ext cx="9464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8528" y="4873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明确工作流路线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3977640" y="487375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LangGraph 接入主生成链路，或标注为实验模块并降低主链路耦合。</a:t>
            </a:r>
            <a:endParaRPr lang="en-US" sz="1240" dirty="0"/>
          </a:p>
        </p:txBody>
      </p:sp>
      <p:sp>
        <p:nvSpPr>
          <p:cNvPr id="37" name="Shape 35"/>
          <p:cNvSpPr/>
          <p:nvPr/>
        </p:nvSpPr>
        <p:spPr>
          <a:xfrm>
            <a:off x="1161288" y="2020824"/>
            <a:ext cx="36576" cy="3246120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228600"/>
            <a:ext cx="3108960" cy="3108960"/>
          </a:xfrm>
          <a:prstGeom prst="arc">
            <a:avLst/>
          </a:prstGeom>
          <a:solidFill>
            <a:srgbClr val="E1F7F3">
              <a:alpha val="90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CDEDEA"/>
          </a:solidFill>
          <a:ln w="12700">
            <a:solidFill>
              <a:srgbClr val="CDED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669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90372"/>
            <a:ext cx="283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69848" y="484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1033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项目已具备完整教学与演示价值，下一阶段重点是工程化稳定交付。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1554480"/>
            <a:ext cx="104698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DED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18745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0756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生成、可视化编辑、部署分享、后台管理四大核心能力已形成闭环。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1874520"/>
            <a:ext cx="685800" cy="685800"/>
          </a:xfrm>
          <a:prstGeom prst="ellipse">
            <a:avLst/>
          </a:prstGeom>
          <a:solidFill>
            <a:srgbClr val="D48806"/>
          </a:solidFill>
          <a:ln w="12700">
            <a:solidFill>
              <a:srgbClr val="D488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0756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788920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CI、容器化、微服务入口、稳定测试替身与生产配置管理仍需完善。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0756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2788920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以单体稳定能力为基线，逐步拉齐微服务、监控与 LangGraph 主链路。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3000" y="4983480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E7F8F5"/>
          </a:solidFill>
          <a:ln w="12700">
            <a:solidFill>
              <a:srgbClr val="CDE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19379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本次交付文件：docs/reports/project-status-2026-07-11.pptx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2026-07-11</dc:title>
  <dc:subject>项目维护者/团队</dc:subject>
  <dc:creator>Cursor Automation</dc:creator>
  <cp:lastModifiedBy>Cursor Automation</cp:lastModifiedBy>
  <cp:revision>1</cp:revision>
  <dcterms:created xsi:type="dcterms:W3CDTF">2026-07-11T09:06:02Z</dcterms:created>
  <dcterms:modified xsi:type="dcterms:W3CDTF">2026-07-11T09:06:02Z</dcterms:modified>
</cp:coreProperties>
</file>