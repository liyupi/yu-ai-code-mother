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66960" y="0"/>
            <a:ext cx="2224735" cy="6858000"/>
          </a:xfrm>
          <a:prstGeom prst="rect">
            <a:avLst/>
          </a:prstGeom>
          <a:solidFill>
            <a:srgbClr val="0B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66960" y="1280160"/>
            <a:ext cx="222473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66960" y="5394960"/>
            <a:ext cx="2224735" cy="1463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778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  <a:ea typeface="WenQuanYi Micro Hei"/>
                <a:cs typeface="Calibri"/>
              </a:rPr>
              <a:t>INTERNAL  ·  DAILY STATUS  ·  教学项目维护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896112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每日项目状态汇报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8778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3AB5AA"/>
                </a:solidFill>
                <a:latin typeface="Calibri"/>
                <a:ea typeface="WenQuanYi Micro Hei"/>
                <a:cs typeface="Calibri"/>
              </a:rPr>
              <a:t>AI 零代码应用生成平台  ·  yu-ai-code-mother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8595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面向项目维护者：能力基线、近期变更、风险阻塞与下一步建议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92040"/>
            <a:ext cx="3017520" cy="1234440"/>
          </a:xfrm>
          <a:prstGeom prst="roundRect">
            <a:avLst>
              <a:gd name="adj" fmla="val 8000"/>
            </a:avLst>
          </a:prstGeom>
          <a:solidFill>
            <a:srgbClr val="0B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AB5AA"/>
                </a:solidFill>
                <a:latin typeface="Calibri"/>
                <a:ea typeface="WenQuanYi Micro Hei"/>
                <a:cs typeface="Calibri"/>
              </a:rPr>
              <a:t>汇报日期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21808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2026-09-03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4892040"/>
            <a:ext cx="3200400" cy="1234440"/>
          </a:xfrm>
          <a:prstGeom prst="roundRect">
            <a:avLst>
              <a:gd name="adj" fmla="val 8000"/>
            </a:avLst>
          </a:prstGeom>
          <a:solidFill>
            <a:srgbClr val="0B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50292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AB5AA"/>
                </a:solidFill>
                <a:latin typeface="Calibri"/>
                <a:ea typeface="WenQuanYi Micro Hei"/>
                <a:cs typeface="Calibri"/>
              </a:rPr>
              <a:t>代码基线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5321808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第 14 期 · 微服务完成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1828800"/>
            <a:ext cx="1874519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Spring Boot 3
LangChain4j
Vue 3
Dubbo + Nacos
可观测性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5623560"/>
            <a:ext cx="1874519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6EBC4"/>
                </a:solidFill>
                <a:latin typeface="Calibri"/>
                <a:ea typeface="WenQuanYi Micro Hei"/>
                <a:cs typeface="Calibri"/>
              </a:rPr>
              <a:t>维护团队内部
非对外发布稿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01  /  今日快照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一眼看清仓库现状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515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772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yu-ai-code-mother  ·  每日项目状态  ·  2026-09-03  ·  内部维护汇报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2801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02  /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基于 README、主模块目录与 git 历史整理。近 7 日 master 无业务提交，能力基线锁定在 2025-08-26。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2697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691640"/>
            <a:ext cx="91440" cy="187451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2286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0F766E"/>
                </a:solidFill>
                <a:latin typeface="Georgia"/>
                <a:ea typeface="WenQuanYi Micro Hei"/>
                <a:cs typeface="Georgia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606040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近 7 日业务提交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944368"/>
            <a:ext cx="2286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master 无新 commit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691640"/>
            <a:ext cx="2697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691640"/>
            <a:ext cx="91440" cy="1874519"/>
          </a:xfrm>
          <a:prstGeom prst="rect">
            <a:avLst/>
          </a:prstGeom>
          <a:solidFill>
            <a:srgbClr val="14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1828800"/>
            <a:ext cx="2286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148F85"/>
                </a:solidFill>
                <a:latin typeface="Georgia"/>
                <a:ea typeface="WenQuanYi Micro Hei"/>
                <a:cs typeface="Georgia"/>
              </a:rPr>
              <a:t>373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606040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距上次业务提交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944368"/>
            <a:ext cx="2286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天（2025-08-26）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91640"/>
            <a:ext cx="2697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691640"/>
            <a:ext cx="91440" cy="1874519"/>
          </a:xfrm>
          <a:prstGeom prst="rect">
            <a:avLst/>
          </a:prstGeom>
          <a:solidFill>
            <a:srgbClr val="C4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1828800"/>
            <a:ext cx="2286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C47A12"/>
                </a:solidFill>
                <a:latin typeface="Georgia"/>
                <a:ea typeface="WenQuanYi Micro Hei"/>
                <a:cs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606040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仍打开的 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2944368"/>
            <a:ext cx="2286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#5  #65  #81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691640"/>
            <a:ext cx="2697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6840" y="1691640"/>
            <a:ext cx="91440" cy="1874519"/>
          </a:xfrm>
          <a:prstGeom prst="rect">
            <a:avLst/>
          </a:prstGeom>
          <a:solidFill>
            <a:srgbClr val="B4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1828800"/>
            <a:ext cx="2286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B43C2C"/>
                </a:solidFill>
                <a:latin typeface="Georgia"/>
                <a:ea typeface="WenQuanYi Micro Hei"/>
                <a:cs typeface="Georgia"/>
              </a:rPr>
              <a:t>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2606040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仓库 CI 流水线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2944368"/>
            <a:ext cx="2286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无 GitHub Actions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794760"/>
            <a:ext cx="55321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3977639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97763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005072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仓库规模（当前 HEAD）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480560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跟踪文件 386  ·  Java 287  ·  Vue 17  ·  提交 60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双形态并存：根目录单体 Spring Boot 3.5.4 + yu-ai-code-mother-microservice（7 模块）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前端 Vue 3.5 + Ant Design Vue + Vite 7；后端 Java 21 / LangChain4j 1.1 / LangGraph4j 1.6-rc2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测试：单体侧 15 个 JUnit 文件，无仓库级 CI 绑定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794760"/>
            <a:ext cx="544068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3977639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97763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005072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今日阅读结论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4805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教程主线已收口到第 14 期，产品能力完整可演示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仓库活跃度来自日报 Draft PR，不等于功能迭代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学员侧问题（镜像、推理字段）仍未关闭，影响跟学体验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生产指标尚未接入，本页数字均为仓库静态盘点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02  /  项目概览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企业级 AI 代码生成教学平台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515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772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yu-ai-code-mother  ·  每日项目状态  ·  2026-09-03  ·  内部维护汇报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2801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03  /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用户用自然语言描述需求，平台自动路由生成策略、流式写出代码、预览编辑，并支持一键部署与后台治理。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37360"/>
            <a:ext cx="65379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37360"/>
            <a:ext cx="91440" cy="1325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874520"/>
            <a:ext cx="6035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产品定位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40280"/>
            <a:ext cx="60350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对标大厂的 AI 应用生成器：从提示词到可访问网站，覆盖生成、改稿、发布、运营全链路。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82112"/>
            <a:ext cx="65379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182112"/>
            <a:ext cx="91440" cy="1325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19272"/>
            <a:ext cx="6035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目标用户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85032"/>
            <a:ext cx="60350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教程学员与二次开发者；同时可作为内部演示环境验证智能体与工作流能力。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26864"/>
            <a:ext cx="65379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626864"/>
            <a:ext cx="91440" cy="1325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64024"/>
            <a:ext cx="6035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交付形态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29784"/>
            <a:ext cx="60350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完整视频/文字教程配套代码。根目录保留单体，microservice 目录给出拆分完成后的形态。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1737360"/>
            <a:ext cx="4434840" cy="6858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1792224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作者 / 仓库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029968"/>
            <a:ext cx="4114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程序员鱼皮  ·  liyupi/yu-ai-code-mother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2487168"/>
            <a:ext cx="4434840" cy="6858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542032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当前版本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779776"/>
            <a:ext cx="4114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0.0.1-SNAPSHOT（教学迭代版）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3236976"/>
            <a:ext cx="4434840" cy="6858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3291840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最新业务提交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529584"/>
            <a:ext cx="4114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893918c  ·  2025-08-26 23:23 +0800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80" y="3986784"/>
            <a:ext cx="4434840" cy="6858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4041648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生成策略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4279392"/>
            <a:ext cx="4114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HTML / 多文件 / Vue 工程 三种模式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9480" y="4736592"/>
            <a:ext cx="4434840" cy="6858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4791456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观测栈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5029200"/>
            <a:ext cx="4114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Actuator + Prometheus + Grafana 看板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69480" y="5486400"/>
            <a:ext cx="4434840" cy="6858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0" y="5541264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会话与缓存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5779008"/>
            <a:ext cx="4114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Spring Session Redis + Caffeine 多级缓存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03  /  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四条产品主线已经打通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515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772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yu-ai-code-mother  ·  每日项目状态  ·  2026-09-03  ·  内部维护汇报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2801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04  /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5440680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536192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627632"/>
            <a:ext cx="56692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572768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智能代码生成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240280"/>
            <a:ext cx="4892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需求描述进入后，路由模型选择 HTML / 多文件 / Vue 工程。工具调用写文件，SSE 流式回传过程。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0" cy="292608"/>
          </a:xfrm>
          <a:prstGeom prst="roundRect">
            <a:avLst>
              <a:gd name="adj" fmla="val 50000"/>
            </a:avLst>
          </a:prstGeom>
          <a:solidFill>
            <a:srgbClr val="D5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B4541"/>
                </a:solidFill>
                <a:latin typeface="Calibri"/>
                <a:ea typeface="WenQuanYi Micro Hei"/>
                <a:cs typeface="Calibri"/>
              </a:rPr>
              <a:t>DeepSeek + 通义路由  ·  限流 5 次/分钟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280160"/>
            <a:ext cx="5440680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8232" y="1536192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627632"/>
            <a:ext cx="56692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572768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可视化编辑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240280"/>
            <a:ext cx="4892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生成页实时预览；可选中 DOM 元素，继续与 AI 对话做增量或全量修改，直到满意。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4808" y="2999232"/>
            <a:ext cx="4023360" cy="292608"/>
          </a:xfrm>
          <a:prstGeom prst="roundRect">
            <a:avLst>
              <a:gd name="adj" fmla="val 50000"/>
            </a:avLst>
          </a:prstGeom>
          <a:solidFill>
            <a:srgbClr val="D5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999232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B4541"/>
                </a:solidFill>
                <a:latin typeface="Calibri"/>
                <a:ea typeface="WenQuanYi Micro Hei"/>
                <a:cs typeface="Calibri"/>
              </a:rPr>
              <a:t>原生全量改  ·  工程增量改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611880"/>
            <a:ext cx="5440680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8952" y="3867912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959352"/>
            <a:ext cx="56692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904488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一键部署分享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4572000"/>
            <a:ext cx="4892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部署到可访问地址、自动截封面、对象存储落盘，并支持完整项目源码打包下载。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" y="5330952"/>
            <a:ext cx="4023360" cy="292608"/>
          </a:xfrm>
          <a:prstGeom prst="roundRect">
            <a:avLst>
              <a:gd name="adj" fmla="val 50000"/>
            </a:avLst>
          </a:prstGeom>
          <a:solidFill>
            <a:srgbClr val="D5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330952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B4541"/>
                </a:solidFill>
                <a:latin typeface="Calibri"/>
                <a:ea typeface="WenQuanYi Micro Hei"/>
                <a:cs typeface="Calibri"/>
              </a:rPr>
              <a:t>Selenium 截图  ·  腾讯云 COS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611880"/>
            <a:ext cx="5440680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28232" y="3867912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3959352"/>
            <a:ext cx="56692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904488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企业级管理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4572000"/>
            <a:ext cx="4892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用户/应用/对话后台；精选应用；AI 调用与系统性能监控，管理员可运营内容池。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64808" y="5330952"/>
            <a:ext cx="4023360" cy="292608"/>
          </a:xfrm>
          <a:prstGeom prst="roundRect">
            <a:avLst>
              <a:gd name="adj" fmla="val 50000"/>
            </a:avLst>
          </a:prstGeom>
          <a:solidFill>
            <a:srgbClr val="D5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5330952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B4541"/>
                </a:solidFill>
                <a:latin typeface="Calibri"/>
                <a:ea typeface="WenQuanYi Micro Hei"/>
                <a:cs typeface="Calibri"/>
              </a:rPr>
              <a:t>权限拦截  ·  Prometheus 指标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04  /  架构与模块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单体可跑通，微服务已拆完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515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772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yu-ai-code-mother  ·  每日项目状态  ·  2026-09-03  ·  内部维护汇报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2801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05  /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61872"/>
            <a:ext cx="55321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61872"/>
            <a:ext cx="553212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25880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单体（根目录 src/）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1874519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874519"/>
            <a:ext cx="329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856231"/>
            <a:ext cx="44805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83532"/>
                </a:solidFill>
                <a:latin typeface="Calibri"/>
                <a:ea typeface="WenQuanYi Micro Hei"/>
                <a:cs typeface="Calibri"/>
              </a:rPr>
              <a:t>ai /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075687"/>
            <a:ext cx="4480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生成服务、路由、文件工具、Prompt 安全护栏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532887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32887"/>
            <a:ext cx="329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514599"/>
            <a:ext cx="44805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83532"/>
                </a:solidFill>
                <a:latin typeface="Calibri"/>
                <a:ea typeface="WenQuanYi Micro Hei"/>
                <a:cs typeface="Calibri"/>
              </a:rPr>
              <a:t>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734055"/>
            <a:ext cx="4480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解析、保存模板、工程构建与流式处理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191255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91255"/>
            <a:ext cx="329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172967"/>
            <a:ext cx="44805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83532"/>
                </a:solidFill>
                <a:latin typeface="Calibri"/>
                <a:ea typeface="WenQuanYi Micro Hei"/>
                <a:cs typeface="Calibri"/>
              </a:rPr>
              <a:t>langgraph4j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392423"/>
            <a:ext cx="4480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网站生成工作流、子图、图片并发收集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3849623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49623"/>
            <a:ext cx="329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831335"/>
            <a:ext cx="44805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83532"/>
                </a:solidFill>
                <a:latin typeface="Calibri"/>
                <a:ea typeface="WenQuanYi Micro Hei"/>
                <a:cs typeface="Calibri"/>
              </a:rPr>
              <a:t>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050791"/>
            <a:ext cx="4480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用户、应用、对话、截图、项目下载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4507991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507991"/>
            <a:ext cx="329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489703"/>
            <a:ext cx="44805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83532"/>
                </a:solidFill>
                <a:latin typeface="Calibri"/>
                <a:ea typeface="WenQuanYi Micro Hei"/>
                <a:cs typeface="Calibri"/>
              </a:rPr>
              <a:t>ratelimter / monitor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709159"/>
            <a:ext cx="4480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Redisson 限流与 AI 模型指标采集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" y="5166359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66359"/>
            <a:ext cx="329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148071"/>
            <a:ext cx="44805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83532"/>
                </a:solidFill>
                <a:latin typeface="Calibri"/>
                <a:ea typeface="WenQuanYi Micro Hei"/>
                <a:cs typeface="Calibri"/>
              </a:rPr>
              <a:t>controller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367527"/>
            <a:ext cx="4480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App SSE、静态资源、健康检查、工作流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1261872"/>
            <a:ext cx="544068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1261872"/>
            <a:ext cx="5440680" cy="457200"/>
          </a:xfrm>
          <a:prstGeom prst="rect">
            <a:avLst/>
          </a:prstGeom>
          <a:solidFill>
            <a:srgbClr val="0B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325880"/>
            <a:ext cx="5074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微服务（7 模块）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1901952"/>
            <a:ext cx="5029200" cy="621792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2" y="1956816"/>
            <a:ext cx="4754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83532"/>
                </a:solidFill>
                <a:latin typeface="Calibri"/>
                <a:ea typeface="WenQuanYi Micro Hei"/>
                <a:cs typeface="Calibri"/>
              </a:rPr>
              <a:t>common / model / client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2194560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公共能力、领域模型、RPC 接口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2596896"/>
            <a:ext cx="5029200" cy="621792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6832" y="2651760"/>
            <a:ext cx="4754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83532"/>
                </a:solidFill>
                <a:latin typeface="Calibri"/>
                <a:ea typeface="WenQuanYi Micro Hei"/>
                <a:cs typeface="Calibri"/>
              </a:rPr>
              <a:t>user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6832" y="2889504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账号、登录态、鉴权拦截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3291840"/>
            <a:ext cx="5029200" cy="621792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56832" y="3346704"/>
            <a:ext cx="4754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83532"/>
                </a:solidFill>
                <a:latin typeface="Calibri"/>
                <a:ea typeface="WenQuanYi Micro Hei"/>
                <a:cs typeface="Calibri"/>
              </a:rPr>
              <a:t>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56832" y="358444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应用生命周期与对话编排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2240" y="3986784"/>
            <a:ext cx="5029200" cy="621792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6832" y="4041648"/>
            <a:ext cx="4754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83532"/>
                </a:solidFill>
                <a:latin typeface="Calibri"/>
                <a:ea typeface="WenQuanYi Micro Hei"/>
                <a:cs typeface="Calibri"/>
              </a:rPr>
              <a:t>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6832" y="4279392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模型、工具、工作流执行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0" y="4681728"/>
            <a:ext cx="5029200" cy="621792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56832" y="4736592"/>
            <a:ext cx="4754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83532"/>
                </a:solidFill>
                <a:latin typeface="Calibri"/>
                <a:ea typeface="WenQuanYi Micro Hei"/>
                <a:cs typeface="Calibri"/>
              </a:rPr>
              <a:t>screenshot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6832" y="4974336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网页截图独立服务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92240" y="5376672"/>
            <a:ext cx="5029200" cy="621792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6832" y="5431536"/>
            <a:ext cx="4754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83532"/>
                </a:solidFill>
                <a:latin typeface="Calibri"/>
                <a:ea typeface="WenQuanYi Micro Hei"/>
                <a:cs typeface="Calibri"/>
              </a:rPr>
              <a:t>基础设施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56832" y="5669280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Spring Cloud Alibaba 2023.0.1 + Dubbo 3.3 + Nacos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05  /  近期进展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昨日无代码变更，活跃在文档侧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515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772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yu-ai-code-mother  ·  每日项目状态  ·  2026-09-03  ·  内部维护汇报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2801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06  /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统计窗口：2026-08-27 至 2026-09-03。业务代码最后一次合入仍是教程第 14 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965960"/>
            <a:ext cx="10515600" cy="54864"/>
          </a:xfrm>
          <a:prstGeom prst="rect">
            <a:avLst/>
          </a:prstGeom>
          <a:solidFill>
            <a:srgbClr val="D5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91640" y="1847088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2651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08-26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87168"/>
            <a:ext cx="26517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1A2E2C"/>
                </a:solidFill>
                <a:latin typeface="Georgia"/>
                <a:ea typeface="WenQuanYi Micro Hei"/>
                <a:cs typeface="Georgia"/>
              </a:rPr>
              <a:t>第 14 期合入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2651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微服务改造完成，单体代码同步保留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0" y="1847088"/>
            <a:ext cx="292608" cy="292608"/>
          </a:xfrm>
          <a:prstGeom prst="ellipse">
            <a:avLst/>
          </a:prstGeom>
          <a:solidFill>
            <a:srgbClr val="14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0280"/>
            <a:ext cx="2651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148F85"/>
                </a:solidFill>
                <a:latin typeface="Calibri"/>
                <a:ea typeface="WenQuanYi Micro Hei"/>
                <a:cs typeface="Calibri"/>
              </a:rPr>
              <a:t>08-27…09-02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487168"/>
            <a:ext cx="26517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1A2E2C"/>
                </a:solidFill>
                <a:latin typeface="Georgia"/>
                <a:ea typeface="WenQuanYi Micro Hei"/>
                <a:cs typeface="Georgia"/>
              </a:rPr>
              <a:t>日报自动化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834640"/>
            <a:ext cx="2651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连续 Draft PR #94–#100，仅新增汇报 PPT</a:t>
            </a:r>
          </a:p>
        </p:txBody>
      </p:sp>
      <p:sp>
        <p:nvSpPr>
          <p:cNvPr id="20" name="Oval 19"/>
          <p:cNvSpPr/>
          <p:nvPr/>
        </p:nvSpPr>
        <p:spPr>
          <a:xfrm>
            <a:off x="7452360" y="1847088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240280"/>
            <a:ext cx="2651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C9A227"/>
                </a:solidFill>
                <a:latin typeface="Calibri"/>
                <a:ea typeface="WenQuanYi Micro Hei"/>
                <a:cs typeface="Calibri"/>
              </a:rPr>
              <a:t>09-02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87168"/>
            <a:ext cx="26517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1A2E2C"/>
                </a:solidFill>
                <a:latin typeface="Georgia"/>
                <a:ea typeface="WenQuanYi Micro Hei"/>
                <a:cs typeface="Georgia"/>
              </a:rPr>
              <a:t>昨日汇报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34640"/>
            <a:ext cx="2651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PR #100：11 页 Teal Trust 状态稿</a:t>
            </a:r>
          </a:p>
        </p:txBody>
      </p:sp>
      <p:sp>
        <p:nvSpPr>
          <p:cNvPr id="24" name="Oval 23"/>
          <p:cNvSpPr/>
          <p:nvPr/>
        </p:nvSpPr>
        <p:spPr>
          <a:xfrm>
            <a:off x="10332720" y="1847088"/>
            <a:ext cx="292608" cy="292608"/>
          </a:xfrm>
          <a:prstGeom prst="ellipse">
            <a:avLst/>
          </a:prstGeom>
          <a:solidFill>
            <a:srgbClr val="0B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240280"/>
            <a:ext cx="2651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B4541"/>
                </a:solidFill>
                <a:latin typeface="Calibri"/>
                <a:ea typeface="WenQuanYi Micro Hei"/>
                <a:cs typeface="Calibri"/>
              </a:rPr>
              <a:t>09-03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487168"/>
            <a:ext cx="26517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1A2E2C"/>
                </a:solidFill>
                <a:latin typeface="Georgia"/>
                <a:ea typeface="WenQuanYi Micro Hei"/>
                <a:cs typeface="Georgia"/>
              </a:rPr>
              <a:t>本日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834640"/>
            <a:ext cx="2651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再次盘点，Issue 与基线均未变化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703320"/>
            <a:ext cx="3639312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703320"/>
            <a:ext cx="3639312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913632"/>
            <a:ext cx="3246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未合入业务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343400"/>
            <a:ext cx="3246120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近 7 日 origin/master 无功能、缺陷或依赖变更。中间态微服务提交已由最终 893918c 收口，请勿单独检出中间 commit。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703320"/>
            <a:ext cx="3639312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3703320"/>
            <a:ext cx="3639312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3913632"/>
            <a:ext cx="3246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文档节奏稳定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4343400"/>
            <a:ext cx="3246120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每日 09:00 UTC 自动化继续产出状态稿。#91–#100 均为 Draft，尚未并入默认分支。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703320"/>
            <a:ext cx="3639312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3703320"/>
            <a:ext cx="363931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3608" y="3913632"/>
            <a:ext cx="3246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社区问题停滞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8" y="4343400"/>
            <a:ext cx="3246120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Issue #81（npm 镜像 404）于 8 月打开后未见修复说明；#5 / #65 仍开放，无关联开发分支。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06  /  数据与验证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产品指标待接入，测试仅本地可跑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515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772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yu-ai-code-mother  ·  每日项目状态  ·  2026-09-03  ·  内部维护汇报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2801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07  /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5029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D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502920"/>
            <a:ext cx="2377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C47A12"/>
                </a:solidFill>
                <a:latin typeface="Calibri"/>
                <a:ea typeface="WenQuanYi Micro Hei"/>
                <a:cs typeface="Calibri"/>
              </a:rPr>
              <a:t>以下 KPI 非生产实数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8016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389888"/>
            <a:ext cx="2331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日生成次数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719072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待接入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2316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需从应用表 / 对话日志汇总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28016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389888"/>
            <a:ext cx="2331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Token 消耗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1719072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待接入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42316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AiModelMetricsCollector 已埋点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28016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389888"/>
            <a:ext cx="2331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部署成功率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719072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待接入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42316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部署接口 + 截图失败率联表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28016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1389888"/>
            <a:ext cx="2331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生成 P95 时延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1719072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待接入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42316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建议接 Actuator 直方图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429000"/>
            <a:ext cx="553212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66160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测试资产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977639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单体 src/test 下 15 个 JUnit 类：门面、解析、路由、工作流、截图、图片工具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多数用例依赖外部模型 / 搜索 / 浏览器，无法在无密钥环境稳定绿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前端有 lint / type-check / build 脚本，无自动化跑通记录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微服务模块未见对等的测试套件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429000"/>
            <a:ext cx="54406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566160"/>
            <a:ext cx="5074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CI 与近期工作流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977639"/>
            <a:ext cx="5074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仓库无 .github/workflows，无 Jenkins / GitLab CI 配置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GitHub Actions 近记录仅为 Copilot 仓库访问检查（2026-03，success），与构建无关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prometheus.yml 抓取 localhost:8123 /api/actuator/prometheus，属本地观测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结论：质量门禁缺失，回归依赖人工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07  /  风险与阻塞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三枚打开的 Issue，加上工程债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515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772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yu-ai-code-mother  ·  每日项目状态  ·  2026-09-03  ·  内部维护汇报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2801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08  /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61872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42646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F8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26464"/>
            <a:ext cx="502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B43C2C"/>
                </a:solidFill>
                <a:latin typeface="Calibri"/>
                <a:ea typeface="WenQuanYi Micro Hei"/>
                <a:cs typeface="Calibri"/>
              </a:rPr>
              <a:t>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08176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#5  Vue 工程生成缺 reasoning_content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792224"/>
            <a:ext cx="50292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DeepSeek thinking 模式下助手消息缺字段，工具调用直接 400。影响核心 Vue 生成路径。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61872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42646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FD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26464"/>
            <a:ext cx="502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C47A12"/>
                </a:solidFill>
                <a:latin typeface="Calibri"/>
                <a:ea typeface="WenQuanYi Micro Hei"/>
                <a:cs typeface="Calibri"/>
              </a:rP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408176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#81  清华 npm 镜像 404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1792224"/>
            <a:ext cx="50292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教程步骤把 registry 指到 tuna 后，@vitejs/plugin-vue@^6 安装失败。后端学员跟学前端受阻。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907792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07238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FD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72384"/>
            <a:ext cx="502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C47A12"/>
                </a:solidFill>
                <a:latin typeface="Calibri"/>
                <a:ea typeface="WenQuanYi Micro Hei"/>
                <a:cs typeface="Calibri"/>
              </a:rPr>
              <a:t>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054096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#65  You.com 联网搜索未落地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3438144"/>
            <a:ext cx="50292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期望给 VUE_PROJECT 增加实时检索工具。无实现分支，生成内容时效性仍受限于模型知识。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907792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307238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D5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072384"/>
            <a:ext cx="502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054096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双代码树维护成本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438144"/>
            <a:ext cx="50292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单体与微服务并行，中间态提交注释明确「不要单独使用」。新人易检出半成品。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553712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471830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D5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718304"/>
            <a:ext cx="502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700016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无 CI、测试偏集成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5084064"/>
            <a:ext cx="50292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15 个测试多需密钥与浏览器。合并质量无法自动守门，日报也无法引用构建绿红。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553712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471830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718304"/>
            <a:ext cx="502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5C706D"/>
                </a:solidFill>
                <a:latin typeface="Calibri"/>
                <a:ea typeface="WenQuanYi Micro Hei"/>
                <a:cs typeface="Calibri"/>
              </a:rPr>
              <a:t>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700016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Vendored LangChain4j 残留调试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5084064"/>
            <a:ext cx="50292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拷贝源码中仍有 OLOLO 打印与上游 TODO，不阻塞功能，但增加阅读噪音。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08  /  下一步计划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先止血学员路径，再补质量门禁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515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772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yu-ai-code-mother  ·  每日项目状态  ·  2026-09-03  ·  内部维护汇报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2801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09  /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11155680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147218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402336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344168"/>
            <a:ext cx="7680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复现并修复 #5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655064"/>
            <a:ext cx="8595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用 DeepSeek reasoner + Vue 工程跑通工具调用。补齐 reasoning_content 透传或关闭思考模式的兼容分支，补回归用例。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5560" y="152704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8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1527048"/>
            <a:ext cx="1188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B43C2C"/>
                </a:solidFill>
                <a:latin typeface="Calibri"/>
                <a:ea typeface="WenQuanYi Micro Hei"/>
                <a:cs typeface="Calibri"/>
              </a:rPr>
              <a:t>高优先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194560"/>
            <a:ext cx="11155680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243230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7168"/>
            <a:ext cx="402336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304288"/>
            <a:ext cx="7680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写清前端安装说明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615184"/>
            <a:ext cx="8595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README / 前端 README 标明官方 registry；说明 tuna 对 scoped 包的兼容问题，给 #81 一条可复制的修复命令。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248716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8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2487168"/>
            <a:ext cx="1188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B43C2C"/>
                </a:solidFill>
                <a:latin typeface="Calibri"/>
                <a:ea typeface="WenQuanYi Micro Hei"/>
                <a:cs typeface="Calibri"/>
              </a:rPr>
              <a:t>高优先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154680"/>
            <a:ext cx="11155680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339242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447288"/>
            <a:ext cx="402336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264408"/>
            <a:ext cx="7680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补最小 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575304"/>
            <a:ext cx="8595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GitHub Actions：后端编译 + 不依赖外网的单测；前端 lint / type-check。先让日报能引用红绿，而不是「无流水线」。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95560" y="34472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D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60" y="3447288"/>
            <a:ext cx="1188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C47A12"/>
                </a:solidFill>
                <a:latin typeface="Calibri"/>
                <a:ea typeface="WenQuanYi Micro Hei"/>
                <a:cs typeface="Calibri"/>
              </a:rPr>
              <a:t>中优先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114800"/>
            <a:ext cx="11155680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8368" y="435254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407408"/>
            <a:ext cx="402336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224528"/>
            <a:ext cx="7680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评估 #65 是否做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535424"/>
            <a:ext cx="8595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若继续教学扩展，按现有 BaseTool 规范加搜索工具；否则在 Issue 标明暂缓，避免期望悬挂。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44074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D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4407408"/>
            <a:ext cx="1188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C47A12"/>
                </a:solidFill>
                <a:latin typeface="Calibri"/>
                <a:ea typeface="WenQuanYi Micro Hei"/>
                <a:cs typeface="Calibri"/>
              </a:rPr>
              <a:t>中优先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074920"/>
            <a:ext cx="11155680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8368" y="531266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367528"/>
            <a:ext cx="402336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Georgia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5184648"/>
            <a:ext cx="7680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接通四个产品指标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5495544"/>
            <a:ext cx="8595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从已有 Monitor / 应用表导出日生成、Token、部署成功、P95。本页「待接入」应在一周内变成真实数。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95560" y="53675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D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95560" y="5367528"/>
            <a:ext cx="1188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C47A12"/>
                </a:solidFill>
                <a:latin typeface="Calibri"/>
                <a:ea typeface="WenQuanYi Micro Hei"/>
                <a:cs typeface="Calibri"/>
              </a:rPr>
              <a:t>中优先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09  /  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83532"/>
                </a:solidFill>
                <a:latin typeface="Georgia"/>
                <a:ea typeface="WenQuanYi Micro Hei"/>
                <a:cs typeface="Georgia"/>
              </a:rPr>
              <a:t>能力完整，迭代静止，该补体验与门禁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515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772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yu-ai-code-mother  ·  每日项目状态  ·  2026-09-03  ·  内部维护汇报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2801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D5ECE8"/>
                </a:solidFill>
                <a:latin typeface="Calibri"/>
                <a:ea typeface="WenQuanYi Micro Hei"/>
                <a:cs typeface="Calibri"/>
              </a:rPr>
              <a:t>10  /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111556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128016" cy="9875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408176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  <a:ea typeface="WenQuanYi Micro Hei"/>
                <a:cs typeface="Calibri"/>
              </a:rPr>
              <a:t>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00784"/>
            <a:ext cx="10424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智能生成、可视化编辑、部署分享、后台治理四条主线可用，单体与微服务两套代码均在仓库中。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77440"/>
            <a:ext cx="111556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377440"/>
            <a:ext cx="128016" cy="987552"/>
          </a:xfrm>
          <a:prstGeom prst="rect">
            <a:avLst/>
          </a:prstGeom>
          <a:solidFill>
            <a:srgbClr val="14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505456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48F85"/>
                </a:solidFill>
                <a:latin typeface="Calibri"/>
                <a:ea typeface="WenQuanYi Micro Hei"/>
                <a:cs typeface="Calibri"/>
              </a:rPr>
              <a:t>节奏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798064"/>
            <a:ext cx="10424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昨日与近 7 日均无业务提交；仓库动态主要是日报 Draft PR，不要误读为功能在迭代。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74720"/>
            <a:ext cx="111556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474720"/>
            <a:ext cx="128016" cy="987552"/>
          </a:xfrm>
          <a:prstGeom prst="rect">
            <a:avLst/>
          </a:prstGeom>
          <a:solidFill>
            <a:srgbClr val="C4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02736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47A12"/>
                </a:solidFill>
                <a:latin typeface="Calibri"/>
                <a:ea typeface="WenQuanYi Micro Hei"/>
                <a:cs typeface="Calibri"/>
              </a:rPr>
              <a:t>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95344"/>
            <a:ext cx="10424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#5 阻断 Vue 生成，#81 阻断学员安装，无 CI 使回归不可见。这三件事比新功能更值得做。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71999"/>
            <a:ext cx="111556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571999"/>
            <a:ext cx="128016" cy="9875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700015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9A227"/>
                </a:solidFill>
                <a:latin typeface="Calibri"/>
                <a:ea typeface="WenQuanYi Micro Hei"/>
                <a:cs typeface="Calibri"/>
              </a:rPr>
              <a:t>下一步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92623"/>
            <a:ext cx="10424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2E2C"/>
                </a:solidFill>
                <a:latin typeface="Calibri"/>
                <a:ea typeface="WenQuanYi Micro Hei"/>
                <a:cs typeface="Calibri"/>
              </a:rPr>
              <a:t>先修推理字段与安装文档，再加编译级 CI，最后把四个产品指标从「待接入」换成真实数据。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4A5F5C"/>
                </a:solidFill>
                <a:latin typeface="Calibri"/>
                <a:ea typeface="WenQuanYi Micro Hei"/>
                <a:cs typeface="Calibri"/>
              </a:rPr>
              <a:t>下一份日报关注点：#5 / #81 是否有进展，以及是否出现第一条构建工作流。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