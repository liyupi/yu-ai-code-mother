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75320" y="-777240"/>
            <a:ext cx="4023360" cy="4023360"/>
          </a:xfrm>
          <a:prstGeom prst="ellipse">
            <a:avLst/>
          </a:prstGeom>
          <a:solidFill>
            <a:srgbClr val="00A896">
              <a:alpha val="18000"/>
            </a:srgbClr>
          </a:solidFill>
          <a:ln w="25400">
            <a:solidFill>
              <a:srgbClr val="00A896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4343400"/>
            <a:ext cx="2971800" cy="2971800"/>
          </a:xfrm>
          <a:prstGeom prst="ellipse">
            <a:avLst/>
          </a:prstGeom>
          <a:solidFill>
            <a:srgbClr val="02C39A">
              <a:alpha val="15000"/>
            </a:srgbClr>
          </a:solidFill>
          <a:ln w="25400">
            <a:solidFill>
              <a:srgbClr val="02C39A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5212080"/>
            <a:ext cx="1051560" cy="1051560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559612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658368"/>
            <a:ext cx="2267712" cy="420624"/>
          </a:xfrm>
          <a:prstGeom prst="roundRect">
            <a:avLst>
              <a:gd name="adj" fmla="val 17391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768096"/>
            <a:ext cx="1883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141732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49808" y="21488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49808" y="2862072"/>
            <a:ext cx="4846320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0A896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3090672"/>
            <a:ext cx="43891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README、源码模块、当前分支提交历史与测试/监控配置整理。面向项目维护者，用于每日同步能力边界、风险与下一步优先级。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114032" y="123444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78624" y="139903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7315200" y="19933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主要形态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0" y="225856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/ 微服务 / 前端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9491472" y="123444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56064" y="139903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692640" y="19933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92640" y="225856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common/model/client/user/app/ai/screenshot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7114032" y="278892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78624" y="295351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315200" y="354787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核心能力域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381304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生成、编辑、部署、管理、监控、下载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9491472" y="278892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295351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692640" y="354787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当前分支近7日代码提交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92640" y="381304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近期变更以报告为主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749808" y="6144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日期：2026-06-14（北京时间）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 AI 代码生成平台，覆盖应用创建、对话生成、预览部署、后台管理与可观测性。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1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444752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160934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Boot 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50976" y="2203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后端主线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/ LangChain4j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3127248" y="1444752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160934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 3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3328416" y="2203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前端体验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28416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/ TS / Ant Design Vue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504688" y="1444752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9280" y="160934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LangGraph4j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5705856" y="2203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5856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 / 质检 / 构建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882128" y="1444752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0" y="160934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53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Prometheus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8083296" y="2203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监控指标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83296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scrape 配置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749808" y="3246120"/>
            <a:ext cx="49834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9808" y="3246120"/>
            <a:ext cx="100584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0976" y="344728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" y="35661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536192" y="3447288"/>
            <a:ext cx="3977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产品定位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536192" y="3867912"/>
            <a:ext cx="4023360" cy="1216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让用户用自然语言创建网站应用，实时查看 AI 生成过程和应用效果，并支持云端部署、源码下载与精选展示。</a:t>
            </a:r>
            <a:endParaRPr lang="en-US" sz="1170" dirty="0"/>
          </a:p>
        </p:txBody>
      </p:sp>
      <p:sp>
        <p:nvSpPr>
          <p:cNvPr id="35" name="Shape 33"/>
          <p:cNvSpPr/>
          <p:nvPr/>
        </p:nvSpPr>
        <p:spPr>
          <a:xfrm>
            <a:off x="6144768" y="3246120"/>
            <a:ext cx="49834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44768" y="3246120"/>
            <a:ext cx="100584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5936" y="344728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45936" y="35661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931152" y="3447288"/>
            <a:ext cx="3977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工程定位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31152" y="3867912"/>
            <a:ext cx="4023360" cy="1216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仓库同时保留单体应用与微服务改造版本，方便教学演进和架构对比；前端独立维护用户/管理员页面。</a:t>
            </a:r>
            <a:endParaRPr lang="en-US" sz="11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主要模块与边界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当前仓库由根后端、微服务目录、前端子项目、SQL 与监控配置共同组成。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2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508760"/>
            <a:ext cx="4892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508760"/>
            <a:ext cx="100584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70992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82880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709928"/>
            <a:ext cx="3886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单体后端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2130552"/>
            <a:ext cx="3931920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src/main/java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应用、用户、聊天历史、静态资源、AI 生成、限流、监控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6172200" y="1508760"/>
            <a:ext cx="4892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1508760"/>
            <a:ext cx="100584" cy="1691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73368" y="170992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182880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58584" y="1709928"/>
            <a:ext cx="3886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微服务改造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58584" y="2130552"/>
            <a:ext cx="3931920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yu-ai-code-mother-microservice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user / app / ai / screenshot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749808" y="3822192"/>
            <a:ext cx="4892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3822192"/>
            <a:ext cx="100584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" y="402336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" y="41422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536192" y="4023360"/>
            <a:ext cx="3886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前端工程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192" y="4443984"/>
            <a:ext cx="3931920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yu-ai-code-mother-frontend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主页、对话页、应用编辑、应用管理、用户登录注册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6172200" y="3822192"/>
            <a:ext cx="4892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72200" y="3822192"/>
            <a:ext cx="100584" cy="1691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73368" y="402336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3368" y="41422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58584" y="4023360"/>
            <a:ext cx="3886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数据与监控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58584" y="4443984"/>
            <a:ext cx="3931920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prometheus.yml / grafana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数据库初始化、Prometheus 抓取、Grafana 资产目录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5440680" y="2148840"/>
            <a:ext cx="658368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40680" y="4480560"/>
            <a:ext cx="658368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README、接口与前端页面归纳的已具备能力。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3258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325880"/>
            <a:ext cx="100584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52704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6459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5270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19476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 HTML、多文件和 Vue 项目生成；SSE/Flux 流式输出让用户看到生成过程。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4462272" y="13258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62272" y="1325880"/>
            <a:ext cx="100584" cy="1600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152704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6459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48656" y="15270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48656" y="19476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前端可向 iframe 注入编辑脚本，支持元素 hover、选中与编辑模式状态同步。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8174736" y="13258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74736" y="1325880"/>
            <a:ext cx="100584" cy="1600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75904" y="1527048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5904" y="16459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961120" y="15270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部署与下载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1120" y="19476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后端提供应用部署、静态资源访问和项目源码 ZIP 下载能力。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749808" y="33832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" y="3383280"/>
            <a:ext cx="100584" cy="1600200"/>
          </a:xfrm>
          <a:prstGeom prst="rect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" y="3584448"/>
            <a:ext cx="438912" cy="438912"/>
          </a:xfrm>
          <a:prstGeom prst="ellipse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37033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536192" y="35844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用户与权限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36192" y="40050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注册、登录、会话、用户管理、管理员鉴权与应用所有者权限控制。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4462272" y="33832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62272" y="3383280"/>
            <a:ext cx="100584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63440" y="358444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37033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248656" y="35844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精选与后台管理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248656" y="40050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管理员可管理应用、设置精选、查询聊天记录和用户信息。</a:t>
            </a:r>
            <a:endParaRPr lang="en-US" sz="1170" dirty="0"/>
          </a:p>
        </p:txBody>
      </p:sp>
      <p:sp>
        <p:nvSpPr>
          <p:cNvPr id="43" name="Shape 41"/>
          <p:cNvSpPr/>
          <p:nvPr/>
        </p:nvSpPr>
        <p:spPr>
          <a:xfrm>
            <a:off x="8174736" y="338328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174736" y="3383280"/>
            <a:ext cx="100584" cy="1600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75904" y="358444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75904" y="370332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961120" y="358444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监控与优化基础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961120" y="4005072"/>
            <a:ext cx="2514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具备限流、缓存、Actuator、Prometheus 指标与 AI 调用监控采集类。</a:t>
            </a:r>
            <a:endParaRPr lang="en-US" sz="11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生成与工作流要点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 + LangGraph4j 将生成链路拆成可观察、可扩展的步骤。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4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828800"/>
            <a:ext cx="749808" cy="74980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素材收集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4048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image_collector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792224" y="2011680"/>
            <a:ext cx="411480" cy="347472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79192" y="1828800"/>
            <a:ext cx="749808" cy="7498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9192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359152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提示增强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240280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prompt_enhancer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3648456" y="2011680"/>
            <a:ext cx="411480" cy="347472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35424" y="1828800"/>
            <a:ext cx="749808" cy="74980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35424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215384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类型路由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096512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870" dirty="0"/>
          </a:p>
        </p:txBody>
      </p:sp>
      <p:sp>
        <p:nvSpPr>
          <p:cNvPr id="27" name="Shape 25"/>
          <p:cNvSpPr/>
          <p:nvPr/>
        </p:nvSpPr>
        <p:spPr>
          <a:xfrm>
            <a:off x="5504688" y="2011680"/>
            <a:ext cx="411480" cy="347472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1656" y="1828800"/>
            <a:ext cx="749808" cy="7498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1656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071616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952744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code_generator</a:t>
            </a:r>
            <a:endParaRPr lang="en-US" sz="870" dirty="0"/>
          </a:p>
        </p:txBody>
      </p:sp>
      <p:sp>
        <p:nvSpPr>
          <p:cNvPr id="32" name="Shape 30"/>
          <p:cNvSpPr/>
          <p:nvPr/>
        </p:nvSpPr>
        <p:spPr>
          <a:xfrm>
            <a:off x="7360920" y="2011680"/>
            <a:ext cx="411480" cy="347472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47888" y="1828800"/>
            <a:ext cx="749808" cy="74980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47888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927848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质量检查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808976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code_quality_check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9217152" y="2011680"/>
            <a:ext cx="411480" cy="347472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104120" y="1828800"/>
            <a:ext cx="749808" cy="7498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104120" y="203911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784080" y="276148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项目构建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665208" y="3090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project_builder</a:t>
            </a:r>
            <a:endParaRPr lang="en-US" sz="870" dirty="0"/>
          </a:p>
        </p:txBody>
      </p:sp>
      <p:sp>
        <p:nvSpPr>
          <p:cNvPr id="42" name="Shape 40"/>
          <p:cNvSpPr/>
          <p:nvPr/>
        </p:nvSpPr>
        <p:spPr>
          <a:xfrm>
            <a:off x="749808" y="4187952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49808" y="4187952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0976" y="438912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450799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536192" y="438912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质量闭环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536192" y="4809744"/>
            <a:ext cx="416052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质检节点根据结果选择构建、跳过构建或回到代码生成节点，体现“生成—检查—再生成”的闭环。</a:t>
            </a:r>
            <a:endParaRPr lang="en-US" sz="1170" dirty="0"/>
          </a:p>
        </p:txBody>
      </p:sp>
      <p:sp>
        <p:nvSpPr>
          <p:cNvPr id="48" name="Shape 46"/>
          <p:cNvSpPr/>
          <p:nvPr/>
        </p:nvSpPr>
        <p:spPr>
          <a:xfrm>
            <a:off x="6199632" y="4187952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199632" y="4187952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0" y="438912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450799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986016" y="438912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流式交互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986016" y="4809744"/>
            <a:ext cx="416052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AppController 和 WorkflowSseController 提供 SSE/Flux 输出，前端对话页可承接实时生成体验。</a:t>
            </a:r>
            <a:endParaRPr lang="en-US" sz="11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昨日/近期变更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天优先：当前分支无代码提交，全分支可见日报相关提交。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5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298448"/>
            <a:ext cx="5074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298448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499616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6184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49961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当前分支近 7 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1920240"/>
            <a:ext cx="411480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未发现业务代码或配置变更提交；本次报告仅新增当天 PPT 文件。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6199632" y="1298448"/>
            <a:ext cx="5074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1298448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1499616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6184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86016" y="149961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全分支近 7 天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86016" y="1920240"/>
            <a:ext cx="411480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可见 2026-06-07 至 2026-06-13 的每日项目状态报告与视觉优化提交。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749808" y="3127248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3127248"/>
            <a:ext cx="100584" cy="1600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" y="3328416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" y="34472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536192" y="332841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最近非文档里程碑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192" y="3749040"/>
            <a:ext cx="41148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 完成微服务改造，涉及 user/app/ai/screenshot 等模块，并保留单体项目代码。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6199632" y="3127248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3127248"/>
            <a:ext cx="100584" cy="1600200"/>
          </a:xfrm>
          <a:prstGeom prst="rect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328416"/>
            <a:ext cx="438912" cy="438912"/>
          </a:xfrm>
          <a:prstGeom prst="ellipse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4472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86016" y="332841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工程趋势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86016" y="3749040"/>
            <a:ext cx="41148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项目重点从核心功能演进到架构拆分、可观测性、稳定性、成本和并发优化。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1005840" y="5577840"/>
            <a:ext cx="10012680" cy="109728"/>
          </a:xfrm>
          <a:prstGeom prst="rect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97280" y="541324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" y="5897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06-07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3520440" y="541324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5897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06-10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925312" y="541324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6712" y="5897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06-12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8321040" y="541324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92440" y="5897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06-13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10716768" y="5413248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488168" y="5897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06-14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数据/指标要点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当前仓库提供监控基础设施配置，但没有随仓库提交运行态指标快照。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6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137160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9264" y="153619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15s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5840" y="21305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全局抓取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239572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3246120" y="137160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10712" y="153619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10s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3447288" y="21305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应用指标抓取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47288" y="239572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/api/actuator/prometheus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687568" y="137160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52160" y="153619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5/min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5888736" y="21305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对话限流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88736" y="239572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按用户维度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129016" y="1371600"/>
            <a:ext cx="2148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93608" y="153619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53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8330184" y="21305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精选优先级约定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30184" y="239572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管理员精选应用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804672" y="3246120"/>
            <a:ext cx="51663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4672" y="3246120"/>
            <a:ext cx="100584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344728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35661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591056" y="3447288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已能观测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591056" y="3867912"/>
            <a:ext cx="4206240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Actuator + Micrometer Prometheus、AI 模型指标采集类、限流切面与缓存键工具，为后续指标面板打基础。</a:t>
            </a:r>
            <a:endParaRPr lang="en-US" sz="1170" dirty="0"/>
          </a:p>
        </p:txBody>
      </p:sp>
      <p:sp>
        <p:nvSpPr>
          <p:cNvPr id="35" name="Shape 33"/>
          <p:cNvSpPr/>
          <p:nvPr/>
        </p:nvSpPr>
        <p:spPr>
          <a:xfrm>
            <a:off x="6309360" y="3246120"/>
            <a:ext cx="51663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09360" y="3246120"/>
            <a:ext cx="100584" cy="164592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10528" y="3447288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0528" y="35661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95744" y="3447288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待补数据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095744" y="3867912"/>
            <a:ext cx="4206240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建议补充生成成功率、平均生成耗时、部署成功率、AI token/成本、活跃应用数、错误率等日报指标。</a:t>
            </a:r>
            <a:endParaRPr lang="en-US" sz="11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测试、CI 与可观测性状态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检查构建脚本、测试目录与 CI 配置后的结论。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7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37160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371600"/>
            <a:ext cx="100584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57276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69164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57276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后端测试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1993392"/>
            <a:ext cx="2468880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单体项目存在 JUnit/Spring Boot 测试，覆盖代码解析、AI 生成、工作流和截图工具等。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4443984" y="137160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43984" y="1371600"/>
            <a:ext cx="100584" cy="18288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45152" y="157276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169164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0368" y="157276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前端检查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0368" y="1993392"/>
            <a:ext cx="2468880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提供 build、type-check、lint、format 脚本；未发现前端单元测试文件。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8138160" y="137160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8160" y="1371600"/>
            <a:ext cx="100584" cy="182880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1572768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169164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924544" y="157276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配置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24544" y="1993392"/>
            <a:ext cx="2468880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.github/workflows；当前自动化状态需要依赖本地或外部流水线。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749808" y="3703320"/>
            <a:ext cx="51663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" y="3703320"/>
            <a:ext cx="100584" cy="1508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" y="3904488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40233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536192" y="3904488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运行态监控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36192" y="4325112"/>
            <a:ext cx="4206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 已配置 Prometheus 自身和 Spring Boot 应用抓取目标，Grafana 目录存在。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6236208" y="3703320"/>
            <a:ext cx="51663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236208" y="3703320"/>
            <a:ext cx="100584" cy="1508760"/>
          </a:xfrm>
          <a:prstGeom prst="rect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7376" y="3904488"/>
            <a:ext cx="438912" cy="438912"/>
          </a:xfrm>
          <a:prstGeom prst="ellipse">
            <a:avLst/>
          </a:prstGeom>
          <a:solidFill>
            <a:srgbClr val="153E60"/>
          </a:solidFill>
          <a:ln w="12700">
            <a:solidFill>
              <a:srgbClr val="153E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37376" y="402336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022592" y="3904488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本次报告校验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022592" y="4325112"/>
            <a:ext cx="4206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 生成后将执行文本抽取/占位符检查，并进行渲染检查以确认无明显版式问题。</a:t>
            </a:r>
            <a:endParaRPr lang="en-US" sz="11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按当前仓库状态推断的待补齐工程事项。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8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234440"/>
            <a:ext cx="5074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234440"/>
            <a:ext cx="100584" cy="128016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435608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55448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435608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自动化质量门禁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1856232"/>
            <a:ext cx="41148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缺少仓库内 CI 工作流，建议固化后端测试、前端 type-check/build 和报告文件检查。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6199632" y="1234440"/>
            <a:ext cx="5074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1234440"/>
            <a:ext cx="100584" cy="128016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1435608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55448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86016" y="1435608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日报指标采集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86016" y="1856232"/>
            <a:ext cx="41148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目前报告只能引用配置和源码，缺少真实运行态数据快照与趋势图。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749808" y="2907792"/>
            <a:ext cx="5074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2907792"/>
            <a:ext cx="100584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" y="310896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" y="32278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536192" y="3108960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微服务运行说明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192" y="3529584"/>
            <a:ext cx="41148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微服务模块已拆分，但启动依赖、服务发现、跨服务调用和环境变量说明可继续增强。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6199632" y="2907792"/>
            <a:ext cx="5074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2907792"/>
            <a:ext cx="100584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10896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2278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86016" y="3108960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前端测试覆盖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86016" y="3529584"/>
            <a:ext cx="41148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未发现前端测试文件，可补充关键页面的组件测试或端到端流程校验。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3273552" y="4590288"/>
            <a:ext cx="56692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73552" y="4590288"/>
            <a:ext cx="100584" cy="1143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74720" y="4791456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491032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59936" y="4791456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发布与运营数据闭环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059936" y="5212080"/>
            <a:ext cx="470916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部署成功率、生成耗时、AI 成本、用户活跃度和精选应用转化等指标尚未进入日报自动化输入。</a:t>
            </a:r>
            <a:endParaRPr lang="en-US" sz="11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关注影响可维护性、上线稳定性和日报真实性的风险。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9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1207008"/>
            <a:ext cx="507492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207008"/>
            <a:ext cx="100584" cy="1225296"/>
          </a:xfrm>
          <a:prstGeom prst="rect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408176"/>
            <a:ext cx="438912" cy="438912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15270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536192" y="140817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配置与密钥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1828800"/>
            <a:ext cx="4114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AI、对象存储、数据库、Redis、Nacos/Dubbo 等环境依赖较多，环境样例与安全检查需持续维护。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6199632" y="1207008"/>
            <a:ext cx="507492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1207008"/>
            <a:ext cx="100584" cy="1225296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1408176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5270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86016" y="1408176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代码形态并存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86016" y="1828800"/>
            <a:ext cx="4114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单体与微服务目录同时存在，若缺少清晰运行指引，容易出现修复遗漏或模块职责混淆。</a:t>
            </a:r>
            <a:endParaRPr lang="en-US" sz="1170" dirty="0"/>
          </a:p>
        </p:txBody>
      </p:sp>
      <p:sp>
        <p:nvSpPr>
          <p:cNvPr id="25" name="Shape 23"/>
          <p:cNvSpPr/>
          <p:nvPr/>
        </p:nvSpPr>
        <p:spPr>
          <a:xfrm>
            <a:off x="749808" y="2880360"/>
            <a:ext cx="507492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2880360"/>
            <a:ext cx="100584" cy="1225296"/>
          </a:xfrm>
          <a:prstGeom prst="rect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" y="3081528"/>
            <a:ext cx="438912" cy="438912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" y="320040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536192" y="3081528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第三方 AI 成本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192" y="3502152"/>
            <a:ext cx="4114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生成链路依赖模型调用和工具调用，需跟踪 token 成本、超时、失败重试和限流体验。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6199632" y="2880360"/>
            <a:ext cx="507492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2880360"/>
            <a:ext cx="100584" cy="1225296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081528"/>
            <a:ext cx="438912" cy="438912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200400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86016" y="3081528"/>
            <a:ext cx="4069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测试自动化缺口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86016" y="3502152"/>
            <a:ext cx="4114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无仓库内 CI 配置，业务提交质量无法在 PR 阶段自动证明。</a:t>
            </a:r>
            <a:endParaRPr lang="en-US" sz="1170" dirty="0"/>
          </a:p>
        </p:txBody>
      </p:sp>
      <p:sp>
        <p:nvSpPr>
          <p:cNvPr id="37" name="Shape 35"/>
          <p:cNvSpPr/>
          <p:nvPr/>
        </p:nvSpPr>
        <p:spPr>
          <a:xfrm>
            <a:off x="749808" y="4553712"/>
            <a:ext cx="105156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016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9808" y="4553712"/>
            <a:ext cx="100584" cy="1225296"/>
          </a:xfrm>
          <a:prstGeom prst="rect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976" y="4754880"/>
            <a:ext cx="438912" cy="438912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976" y="487375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536192" y="4754880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监控未闭环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536192" y="5175504"/>
            <a:ext cx="95554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配置存在，但日报还未自动读取实际指标，风险趋势难以及时量化。</a:t>
            </a:r>
            <a:endParaRPr lang="en-US" sz="11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7"/>
          </a:solidFill>
          <a:ln w="12700">
            <a:solidFill>
              <a:srgbClr val="EFF8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-274320"/>
            <a:ext cx="1234440" cy="1234440"/>
          </a:xfrm>
          <a:prstGeom prst="ellipse">
            <a:avLst/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137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9326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以提高可验证性、可观测性和交付稳定性为优先。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829800" y="411480"/>
            <a:ext cx="1755648" cy="384048"/>
          </a:xfrm>
          <a:prstGeom prst="roundRect">
            <a:avLst>
              <a:gd name="adj" fmla="val 19048"/>
            </a:avLst>
          </a:prstGeom>
          <a:solidFill>
            <a:srgbClr val="DDF3F0"/>
          </a:solidFill>
          <a:ln w="12700">
            <a:solidFill>
              <a:srgbClr val="DDF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0112" y="502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64190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2026-06-14 · 10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109960" y="6446520"/>
            <a:ext cx="402336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58016" y="6446520"/>
            <a:ext cx="21031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1170432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131673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72768" y="1097280"/>
            <a:ext cx="98755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783080" y="124358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建立 CI 基线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3950208" y="1243584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新增后端 Maven test、前端 type-check/build、报告占位符检查等最小工作流。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2130552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2768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572768" y="2057400"/>
            <a:ext cx="98755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783080" y="22037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补齐日报数据源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3950208" y="2203704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Prometheus/日志/数据库提取生成量、成功率、耗时、成本与部署指标。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" y="3090672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23697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572768" y="3017520"/>
            <a:ext cx="98755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783080" y="316382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明确运行手册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3950208" y="3163824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整理单体与微服务两种部署方式、必需中间件、环境变量和常见故障。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68680" y="4050792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19709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572768" y="3977640"/>
            <a:ext cx="98755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783080" y="412394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强化前端关键路径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3950208" y="4123944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为创建应用、对话生成、部署弹窗、管理员管理页补充端到端校验。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8680" y="5010912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515721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72768" y="4937760"/>
            <a:ext cx="98755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7E4D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783080" y="508406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18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收敛风险清单</a:t>
            </a:r>
            <a:endParaRPr lang="en-US" sz="1360" dirty="0"/>
          </a:p>
        </p:txBody>
      </p:sp>
      <p:sp>
        <p:nvSpPr>
          <p:cNvPr id="37" name="Text 35"/>
          <p:cNvSpPr/>
          <p:nvPr/>
        </p:nvSpPr>
        <p:spPr>
          <a:xfrm>
            <a:off x="3950208" y="5084064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AI 调用失败、成本超限、截图/部署失败、权限绕过等场景设定告警和应急动作。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75320" y="-777240"/>
            <a:ext cx="4023360" cy="4023360"/>
          </a:xfrm>
          <a:prstGeom prst="ellipse">
            <a:avLst/>
          </a:prstGeom>
          <a:solidFill>
            <a:srgbClr val="00A896">
              <a:alpha val="18000"/>
            </a:srgbClr>
          </a:solidFill>
          <a:ln w="25400">
            <a:solidFill>
              <a:srgbClr val="00A896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4343400"/>
            <a:ext cx="2971800" cy="2971800"/>
          </a:xfrm>
          <a:prstGeom prst="ellipse">
            <a:avLst/>
          </a:prstGeom>
          <a:solidFill>
            <a:srgbClr val="02C39A">
              <a:alpha val="15000"/>
            </a:srgbClr>
          </a:solidFill>
          <a:ln w="25400">
            <a:solidFill>
              <a:srgbClr val="02C39A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5212080"/>
            <a:ext cx="1051560" cy="1051560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559612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6583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今日结论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132588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平台核心能力完整，下一阶段重点是“可验证、可观测、可运营”。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2788920"/>
            <a:ext cx="4892040" cy="1060704"/>
          </a:xfrm>
          <a:prstGeom prst="roundRect">
            <a:avLst>
              <a:gd name="adj" fmla="val 862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00A896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303580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191256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691640" y="307238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生成、可视化编辑、部署下载、后台管理和监控基础已具备。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526280"/>
            <a:ext cx="4892040" cy="1060704"/>
          </a:xfrm>
          <a:prstGeom prst="roundRect">
            <a:avLst>
              <a:gd name="adj" fmla="val 862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00A896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4128" y="4773168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4928616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变更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691640" y="48097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当前分支近 7 天无业务代码提交，本次仅新增 2026-06-14 状态报告。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2788920"/>
            <a:ext cx="4892040" cy="1060704"/>
          </a:xfrm>
          <a:prstGeom prst="roundRect">
            <a:avLst>
              <a:gd name="adj" fmla="val 862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00A896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10528" y="303580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3191256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178040" y="307238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缺口、运行数据缺口、单体/微服务并存和外部 AI 依赖需要重点治理。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526280"/>
            <a:ext cx="4892040" cy="1060704"/>
          </a:xfrm>
          <a:prstGeom prst="roundRect">
            <a:avLst>
              <a:gd name="adj" fmla="val 862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00A896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0528" y="4773168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4928616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178040" y="48097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优先补 CI、日报指标采集、运行手册和关键路径测试。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9808" y="6263640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7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报告文件：docs/reports/project-status-2026-06-14.pptx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零代码应用生成平台每日项目状态汇报 2026-06-14</dc:title>
  <dc:subject>每日项目状态汇报</dc:subject>
  <dc:creator>Cursor Automation</dc:creator>
  <cp:lastModifiedBy>Cursor Automation</cp:lastModifiedBy>
  <cp:revision>1</cp:revision>
  <dcterms:created xsi:type="dcterms:W3CDTF">2026-06-14T09:08:05Z</dcterms:created>
  <dcterms:modified xsi:type="dcterms:W3CDTF">2026-06-14T09:08:05Z</dcterms:modified>
</cp:coreProperties>
</file>