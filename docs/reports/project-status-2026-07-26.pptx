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6858000"/>
          </a:xfrm>
          <a:prstGeom prst="rect">
            <a:avLst/>
          </a:prstGeom>
          <a:solidFill>
            <a:srgbClr val="0A334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716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BRIEFING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零代码应用生成平台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B8E0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32004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0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从代码生成到部署分享：当前能力、工程健康度与下一步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4023360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14586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40690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需求理解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37360" y="406908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920240" y="4023360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145868"/>
          </a:solidFill>
          <a:ln/>
        </p:spPr>
      </p:sp>
      <p:sp>
        <p:nvSpPr>
          <p:cNvPr id="14" name="Text 12"/>
          <p:cNvSpPr/>
          <p:nvPr/>
        </p:nvSpPr>
        <p:spPr>
          <a:xfrm>
            <a:off x="1920240" y="40690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54680" y="406908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37560" y="4023360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145868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40690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可视化编辑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406908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4023360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145868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40690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部署分享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89320" y="406908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72200" y="4023360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145868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40690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后台治理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5029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2026.07.26 · 北京时间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5394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团队维护者汇报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412480" y="2011680"/>
            <a:ext cx="3200400" cy="3108960"/>
          </a:xfrm>
          <a:prstGeom prst="roundRect">
            <a:avLst>
              <a:gd name="adj" fmla="val 3529"/>
            </a:avLst>
          </a:prstGeom>
          <a:solidFill>
            <a:srgbClr val="124A58"/>
          </a:solidFill>
          <a:ln/>
        </p:spPr>
      </p:sp>
      <p:sp>
        <p:nvSpPr>
          <p:cNvPr id="27" name="Text 25"/>
          <p:cNvSpPr/>
          <p:nvPr/>
        </p:nvSpPr>
        <p:spPr>
          <a:xfrm>
            <a:off x="8641080" y="2240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今日焦点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41080" y="2788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能力闭环已成型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641080" y="3246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近 7 天无代码提交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641080" y="3703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CI 门禁仍缺失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641080" y="4160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Issue #5 待修复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47472"/>
            <a:ext cx="2377440" cy="310896"/>
          </a:xfrm>
          <a:prstGeom prst="roundRect">
            <a:avLst>
              <a:gd name="adj" fmla="val 23529"/>
            </a:avLst>
          </a:prstGeom>
          <a:solidFill>
            <a:srgbClr val="D7EEE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65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EXECUTIVE 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26060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463040"/>
            <a:ext cx="2606040" cy="914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6916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91840" y="1463040"/>
            <a:ext cx="26060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463040"/>
            <a:ext cx="2606040" cy="914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6916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287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291840" y="23317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文件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80760" y="1463040"/>
            <a:ext cx="26060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463040"/>
            <a:ext cx="2606040" cy="914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6080760" y="16916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080760" y="23317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页面组件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869680" y="1463040"/>
            <a:ext cx="26060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869680" y="1463040"/>
            <a:ext cx="2606040" cy="914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8869680" y="16916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8869680" y="23317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历史提交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3063240"/>
            <a:ext cx="694944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24612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一句话判断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365760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产品链路完整，工程交付仍需补强。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77240" y="4206240"/>
            <a:ext cx="6217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平台覆盖「描述需求 → AI 生成 → 可视化修改 → 云端部署 → 分享/下载 → 后台治理」主流程。近 7 天仓库无业务提交，关注点应从功能扩张转向可重复验证与持续交付。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772400" y="3063240"/>
            <a:ext cx="3886200" cy="3063240"/>
          </a:xfrm>
          <a:prstGeom prst="roundRect">
            <a:avLst>
              <a:gd name="adj" fmla="val 2985"/>
            </a:avLst>
          </a:prstGeom>
          <a:solidFill>
            <a:srgbClr val="0F4C5C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0" y="3246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状态信号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046720" y="3749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仓库近 7 天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046720" y="40233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次提交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8046720" y="4709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功能面完整 · 可观测性已铺设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046720" y="5120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缺失 · 活跃度偏低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2920" y="64922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DAILY STATUS · 2026-07-26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424160" y="64922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47472"/>
            <a:ext cx="2377440" cy="310896"/>
          </a:xfrm>
          <a:prstGeom prst="roundRect">
            <a:avLst>
              <a:gd name="adj" fmla="val 23529"/>
            </a:avLst>
          </a:prstGeom>
          <a:solidFill>
            <a:srgbClr val="D7EEE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65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ARCHITECTURE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当前架构：双形态并存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352044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737360"/>
            <a:ext cx="1005840" cy="365760"/>
          </a:xfrm>
          <a:prstGeom prst="roundRect">
            <a:avLst>
              <a:gd name="adj" fmla="val 20000"/>
            </a:avLst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前端体验层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8803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Vue 3 + TypeScript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2918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对话与 SSE 流式输出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7033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实时预览与可视化编辑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1148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部署与应用管理界面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06240" y="1508760"/>
            <a:ext cx="352044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434840" y="1737360"/>
            <a:ext cx="1005840" cy="365760"/>
          </a:xfrm>
          <a:prstGeom prst="roundRect">
            <a:avLst>
              <a:gd name="adj" fmla="val 20000"/>
            </a:avLst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4434840" y="178308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34840" y="2286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单体基线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34840" y="28803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Spring Boot 3.5 · Java 21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34840" y="32918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LangChain4j / LangGraph4j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34840" y="37033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解析、保存与 Vue 构建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34840" y="41148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用户 / 应用 / 对话服务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909560" y="1508760"/>
            <a:ext cx="352044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8138160" y="1737360"/>
            <a:ext cx="1005840" cy="365760"/>
          </a:xfrm>
          <a:prstGeom prst="roundRect">
            <a:avLst>
              <a:gd name="adj" fmla="val 20000"/>
            </a:avLst>
          </a:prstGeom>
          <a:solidFill>
            <a:srgbClr val="0F4C5C"/>
          </a:solidFill>
          <a:ln/>
        </p:spPr>
      </p:sp>
      <p:sp>
        <p:nvSpPr>
          <p:cNvPr id="25" name="Text 23"/>
          <p:cNvSpPr/>
          <p:nvPr/>
        </p:nvSpPr>
        <p:spPr>
          <a:xfrm>
            <a:off x="8138160" y="178308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38160" y="2286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微服务形态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138160" y="28803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Dubbo · Nacos 服务治理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138160" y="32918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USER / APP / AI / SHOT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138160" y="37033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COMMON / MODEL / CLIENT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138160" y="41148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截图、COS 与源码下载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02920" y="5212080"/>
            <a:ext cx="11155680" cy="1005840"/>
          </a:xfrm>
          <a:prstGeom prst="roundRect">
            <a:avLst>
              <a:gd name="adj" fmla="val 7273"/>
            </a:avLst>
          </a:prstGeom>
          <a:solidFill>
            <a:srgbClr val="0F4C5C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5394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架构观察：保留完整单体代码便于教学与运行；微服务拆分已完成，但双线维护会放大版本漂移与验证成本。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02920" y="64922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DAILY STATUS · 2026-07-26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424160" y="64922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47472"/>
            <a:ext cx="2377440" cy="310896"/>
          </a:xfrm>
          <a:prstGeom prst="roundRect">
            <a:avLst>
              <a:gd name="adj" fmla="val 23529"/>
            </a:avLst>
          </a:prstGeom>
          <a:solidFill>
            <a:srgbClr val="D7EEE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65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PRODUCT CAPABILITIES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核心能力已形成闭环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828800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202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生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0200" y="1783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00200" y="2057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00200" y="25603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自动路由生成策略，支持 HTML、多文件与 Vue 项目，通过工具调用读写文件，流式展示执行过程。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146304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446520" y="1828800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19202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编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269480" y="1783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69480" y="2057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269480" y="25603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对话流式输出与右侧实时预览协同，可选中页面元素后用自然语言继续迭代，直到满意。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370332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069080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605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云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00200" y="4023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00200" y="4297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部署与分享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600200" y="48006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一键部署、自动截图封面、生成访问地址，并支持完整项目源码下载与精选案例展示。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72200" y="370332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46520" y="4069080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7" name="Text 25"/>
          <p:cNvSpPr/>
          <p:nvPr/>
        </p:nvSpPr>
        <p:spPr>
          <a:xfrm>
            <a:off x="6446520" y="41605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管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269480" y="4023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269480" y="4297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企业级管理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269480" y="48006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用户、应用、对话与精选管理；具备限流、缓存、监控和权限控制基础能力。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2920" y="64922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DAILY STATUS · 2026-07-26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424160" y="64922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47472"/>
            <a:ext cx="2377440" cy="310896"/>
          </a:xfrm>
          <a:prstGeom prst="roundRect">
            <a:avLst>
              <a:gd name="adj" fmla="val 23529"/>
            </a:avLst>
          </a:prstGeom>
          <a:solidFill>
            <a:srgbClr val="D7EEE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65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RECENT CHANGES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近期进展：最近一轮聚焦工程化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686800" y="777240"/>
            <a:ext cx="2971800" cy="502920"/>
          </a:xfrm>
          <a:prstGeom prst="roundRect">
            <a:avLst>
              <a:gd name="adj" fmla="val 14545"/>
            </a:avLst>
          </a:prstGeom>
          <a:solidFill>
            <a:srgbClr val="C45C26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0" y="8686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天：0 次提交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109728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0" name="Shape 8"/>
          <p:cNvSpPr/>
          <p:nvPr/>
        </p:nvSpPr>
        <p:spPr>
          <a:xfrm>
            <a:off x="1508760" y="2212848"/>
            <a:ext cx="292608" cy="29260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691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7889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71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安全与稳定性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5204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审查、稳定性与成本优化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43400" y="2212848"/>
            <a:ext cx="292608" cy="29260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1691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37560" y="27889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2971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上线与可观测性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74720" y="35204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部署上线；Prometheus / Grafana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178040" y="2212848"/>
            <a:ext cx="292608" cy="29260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1691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72200" y="27889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2971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微服务改造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09360" y="35204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 7 模块拆分，保留单体代码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012680" y="2212848"/>
            <a:ext cx="292608" cy="292608"/>
          </a:xfrm>
          <a:prstGeom prst="ellipse">
            <a:avLst/>
          </a:prstGeom>
          <a:solidFill>
            <a:srgbClr val="C45C26"/>
          </a:solidFill>
          <a:ln/>
        </p:spPr>
      </p:sp>
      <p:sp>
        <p:nvSpPr>
          <p:cNvPr id="26" name="Text 24"/>
          <p:cNvSpPr/>
          <p:nvPr/>
        </p:nvSpPr>
        <p:spPr>
          <a:xfrm>
            <a:off x="9006840" y="1691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2026-07-26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006840" y="27889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0" y="2971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当前盘点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44000" y="35204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距最新代码提交约 334 天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02920" y="4892040"/>
            <a:ext cx="11155680" cy="1280160"/>
          </a:xfrm>
          <a:prstGeom prst="roundRect">
            <a:avLst>
              <a:gd name="adj" fmla="val 7143"/>
            </a:avLst>
          </a:prstGeom>
          <a:solidFill>
            <a:srgbClr val="0F4C5C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5029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2960" y="5349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昨日与近 7 天均无业务代码变化；日常自动化仅产出状态汇报（含 2026-07-25 等历史 PR）。项目已从功能搭建进入「恢复维护节奏、补齐交付门禁」阶段。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02920" y="64922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DAILY STATUS · 2026-07-26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424160" y="64922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47472"/>
            <a:ext cx="2377440" cy="310896"/>
          </a:xfrm>
          <a:prstGeom prst="roundRect">
            <a:avLst>
              <a:gd name="adj" fmla="val 23529"/>
            </a:avLst>
          </a:prstGeom>
          <a:solidFill>
            <a:srgbClr val="D7EEE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65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REPOSITORY SIGNALS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数据与质量信号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91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静态仓库盘点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28600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D7EEE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688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287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14400" y="30175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文件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83280" y="228600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D7EEEA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24688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83280" y="30175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文件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370332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D7EEE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8862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14400" y="44348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后端测试类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83280" y="370332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D7EEEA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38862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383280" y="44348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工作流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146304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0F4C5C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1691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工程健康度信号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22402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功能覆盖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83680" y="2514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 / 编辑 / 部署 / 管理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83680" y="2971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架构能力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83680" y="32461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+ 微服务 + 监控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3680" y="37033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自动化验证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583680" y="39776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有后端测试，无前端测试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83680" y="44348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持续交付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583680" y="47091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 CI 配置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口径说明：文件与提交数来自 Git 跟踪记录；健康度为基于仓库证据的定性评分，不代表线上 SLA 或生成成功率。业务指标可后续用占位仪表盘补齐。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64922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DAILY STATUS · 2026-07-26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424160" y="64922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47472"/>
            <a:ext cx="2377440" cy="310896"/>
          </a:xfrm>
          <a:prstGeom prst="roundRect">
            <a:avLst>
              <a:gd name="adj" fmla="val 23529"/>
            </a:avLst>
          </a:prstGeom>
          <a:solidFill>
            <a:srgbClr val="D7EEE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65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RISKS &amp; BLOCKERS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未完成项、风险与阻塞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11155680" cy="457200"/>
          </a:xfrm>
          <a:prstGeom prst="roundRect">
            <a:avLst>
              <a:gd name="adj" fmla="val 12000"/>
            </a:avLst>
          </a:prstGeom>
          <a:solidFill>
            <a:srgbClr val="0F4C5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8132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优先级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83080" y="14813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43400" y="14813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92440" y="14813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潜在影响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01168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176272"/>
            <a:ext cx="822960" cy="365760"/>
          </a:xfrm>
          <a:prstGeom prst="roundRect">
            <a:avLst>
              <a:gd name="adj" fmla="val 15000"/>
            </a:avLst>
          </a:prstGeom>
          <a:solidFill>
            <a:srgbClr val="B4231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21284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78308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持续集成缺失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4340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 GitHub Actions 配置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92440" y="2194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无法自动构建测试与阻断回归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278892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2953512"/>
            <a:ext cx="822960" cy="365760"/>
          </a:xfrm>
          <a:prstGeom prst="roundRect">
            <a:avLst>
              <a:gd name="adj" fmla="val 15000"/>
            </a:avLst>
          </a:prstGeom>
          <a:solidFill>
            <a:srgbClr val="B42318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99008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783080" y="2971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环境基线较重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34340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依赖模型 API、MySQL、Redis、Nacos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92440" y="2971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本地与集成测试受外部服务影响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356616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3730752"/>
            <a:ext cx="822960" cy="365760"/>
          </a:xfrm>
          <a:prstGeom prst="roundRect">
            <a:avLst>
              <a:gd name="adj" fmla="val 15000"/>
            </a:avLst>
          </a:prstGeom>
          <a:solidFill>
            <a:srgbClr val="C45C26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76732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783080" y="3749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双架构维护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34340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单体与微服务代码同时保留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092440" y="3749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修复需双线同步，易出现漂移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02920" y="434340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685800" y="4507992"/>
            <a:ext cx="822960" cy="365760"/>
          </a:xfrm>
          <a:prstGeom prst="roundRect">
            <a:avLst>
              <a:gd name="adj" fmla="val 15000"/>
            </a:avLst>
          </a:prstGeom>
          <a:solidFill>
            <a:srgbClr val="C45C26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454456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783080" y="4526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推理模型兼容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343400" y="4526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#5：reasoning_content 缺失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092440" y="4526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思考模式生成 Vue 失败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" y="52578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当前无权限或依赖安装阻塞；主要阻塞是缺少可复现的自动化验证环境，以及已知模型兼容问题未合入修复。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02920" y="64922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DAILY STATUS · 2026-07-26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424160" y="64922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47472"/>
            <a:ext cx="2377440" cy="310896"/>
          </a:xfrm>
          <a:prstGeom prst="roundRect">
            <a:avLst>
              <a:gd name="adj" fmla="val 23529"/>
            </a:avLst>
          </a:prstGeom>
          <a:solidFill>
            <a:srgbClr val="D7EEE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65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QUALITY &amp; OPERATIONS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测试与可运维性现状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874520" y="1783080"/>
            <a:ext cx="822960" cy="82296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1874520" y="19202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2788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测试基础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有基础，覆盖不均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37490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14 个后端测试类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4114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覆盖解析、路由、工作流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4480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多数依赖外部环境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51960" y="150876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5623560" y="1783080"/>
            <a:ext cx="822960" cy="82296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5623560" y="19202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观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480560" y="2788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可观测性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480560" y="3200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能力已铺设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17720" y="37490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Actuator + Micrometer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17720" y="4114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Prometheus 指标采集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17720" y="4480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Grafana AI 模型面板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01000" y="150876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9372600" y="1783080"/>
            <a:ext cx="822960" cy="82296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5" name="Text 23"/>
          <p:cNvSpPr/>
          <p:nvPr/>
        </p:nvSpPr>
        <p:spPr>
          <a:xfrm>
            <a:off x="9372600" y="19202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交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229600" y="2788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交付门禁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229600" y="3200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当前缺失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366760" y="37490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未发现 CI 工作流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366760" y="4114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前端无自动化测试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66760" y="4480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无近期流水线可核验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2920" y="557784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 CI 状态：不适用——仓库未配置可识别的 CI 流水线；仅有历史 Copilot 相关动态检查记录，不代表产品构建质量。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" y="64922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DAILY STATUS · 2026-07-26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424160" y="64922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47472"/>
            <a:ext cx="2377440" cy="310896"/>
          </a:xfrm>
          <a:prstGeom prst="roundRect">
            <a:avLst>
              <a:gd name="adj" fmla="val 23529"/>
            </a:avLst>
          </a:prstGeom>
          <a:solidFill>
            <a:srgbClr val="D7EEE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65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PRIORITIZED PLAN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建议的下一步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111556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64592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0992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691640" y="1691640"/>
            <a:ext cx="640080" cy="365760"/>
          </a:xfrm>
          <a:prstGeom prst="roundRect">
            <a:avLst>
              <a:gd name="adj" fmla="val 15000"/>
            </a:avLst>
          </a:prstGeom>
          <a:solidFill>
            <a:srgbClr val="B42318"/>
          </a:solidFill>
          <a:ln/>
        </p:spPr>
      </p:sp>
      <p:sp>
        <p:nvSpPr>
          <p:cNvPr id="11" name="Text 9"/>
          <p:cNvSpPr/>
          <p:nvPr/>
        </p:nvSpPr>
        <p:spPr>
          <a:xfrm>
            <a:off x="1691640" y="1737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14600" y="155448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建立最小 CI 门禁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514600" y="192024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后端编译与可独立运行单元测试；前端 type-check、build 与只读 lint。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514600"/>
            <a:ext cx="111556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274320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0F4C5C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80720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691640" y="2788920"/>
            <a:ext cx="640080" cy="365760"/>
          </a:xfrm>
          <a:prstGeom prst="roundRect">
            <a:avLst>
              <a:gd name="adj" fmla="val 15000"/>
            </a:avLst>
          </a:prstGeom>
          <a:solidFill>
            <a:srgbClr val="B42318"/>
          </a:solidFill>
          <a:ln/>
        </p:spPr>
      </p:sp>
      <p:sp>
        <p:nvSpPr>
          <p:cNvPr id="18" name="Text 16"/>
          <p:cNvSpPr/>
          <p:nvPr/>
        </p:nvSpPr>
        <p:spPr>
          <a:xfrm>
            <a:off x="1691640" y="28346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14600" y="265176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定义可复现测试环境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514600" y="301752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分层隔离 MySQL、Redis、Nacos 与外部 AI/COS；关键链路提供 mock。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3611880"/>
            <a:ext cx="111556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384048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0F4C5C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90448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691640" y="3886200"/>
            <a:ext cx="640080" cy="365760"/>
          </a:xfrm>
          <a:prstGeom prst="roundRect">
            <a:avLst>
              <a:gd name="adj" fmla="val 15000"/>
            </a:avLst>
          </a:prstGeom>
          <a:solidFill>
            <a:srgbClr val="C45C26"/>
          </a:solidFill>
          <a:ln/>
        </p:spPr>
      </p:sp>
      <p:sp>
        <p:nvSpPr>
          <p:cNvPr id="25" name="Text 23"/>
          <p:cNvSpPr/>
          <p:nvPr/>
        </p:nvSpPr>
        <p:spPr>
          <a:xfrm>
            <a:off x="1691640" y="39319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514600" y="374904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收敛双架构维护规则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514600" y="411480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明确单体与微服务主维护线、同步边界和发布策略，避免重复修复。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2920" y="4709160"/>
            <a:ext cx="111556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" y="493776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0F4C5C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00176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691640" y="4983480"/>
            <a:ext cx="640080" cy="365760"/>
          </a:xfrm>
          <a:prstGeom prst="roundRect">
            <a:avLst>
              <a:gd name="adj" fmla="val 15000"/>
            </a:avLst>
          </a:prstGeom>
          <a:solidFill>
            <a:srgbClr val="C45C26"/>
          </a:solidFill>
          <a:ln/>
        </p:spPr>
      </p:sp>
      <p:sp>
        <p:nvSpPr>
          <p:cNvPr id="32" name="Text 30"/>
          <p:cNvSpPr/>
          <p:nvPr/>
        </p:nvSpPr>
        <p:spPr>
          <a:xfrm>
            <a:off x="1691640" y="50292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514600" y="484632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修复推理模型兼容并补齐指标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514600" y="521208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跟进 Issue #5（reasoning_content）；采集生成成功率与部署成功率。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02920" y="64922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DAILY STATUS · 2026-07-26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424160" y="64922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47472"/>
            <a:ext cx="2377440" cy="310896"/>
          </a:xfrm>
          <a:prstGeom prst="roundRect">
            <a:avLst>
              <a:gd name="adj" fmla="val 23529"/>
            </a:avLst>
          </a:prstGeom>
          <a:solidFill>
            <a:srgbClr val="D7EEE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65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今日结论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11155680" cy="1188720"/>
          </a:xfrm>
          <a:prstGeom prst="roundRect">
            <a:avLst>
              <a:gd name="adj" fmla="val 7692"/>
            </a:avLst>
          </a:prstGeom>
          <a:solidFill>
            <a:srgbClr val="0F4C5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69164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产品能力链条完整；当前主要矛盾已从「有没有功能」转向「能否持续、可靠地交付」。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02920" y="297180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200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6118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能力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41605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生成、编辑、部署、管理已闭环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297680" y="297180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3200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26280" y="36118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信号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26280" y="41605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天无提交，维护节奏中断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092440" y="297180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3200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36118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行动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321040" y="41605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与可复现测试环境优先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" y="525780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下一次更新重点：CI 首次运行结果 · 外部依赖隔离 · Issue #5 修复验证 · 核心生成链路指标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64922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DAILY STATUS · 2026-07-26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424160" y="64922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 2026-07-26</dc:title>
  <dc:subject>AI 零代码应用生成平台项目状态汇报</dc:subject>
  <dc:creator>yu-ai-code-mother automation</dc:creator>
  <cp:lastModifiedBy>yu-ai-code-mother automation</cp:lastModifiedBy>
  <cp:revision>1</cp:revision>
  <dcterms:created xsi:type="dcterms:W3CDTF">2026-07-26T09:04:25Z</dcterms:created>
  <dcterms:modified xsi:type="dcterms:W3CDTF">2026-07-26T09:04:25Z</dcterms:modified>
</cp:coreProperties>
</file>