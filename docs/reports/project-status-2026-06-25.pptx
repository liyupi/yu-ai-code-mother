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2026-06-25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502920"/>
            <a:ext cx="4160520" cy="4160520"/>
          </a:xfrm>
          <a:prstGeom prst="ellipse">
            <a:avLst/>
          </a:prstGeom>
          <a:solidFill>
            <a:srgbClr val="028090">
              <a:alpha val="38000"/>
            </a:srgbClr>
          </a:solidFill>
          <a:ln w="381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51560"/>
            <a:ext cx="1463040" cy="1463040"/>
          </a:xfrm>
          <a:prstGeom prst="ellipse">
            <a:avLst/>
          </a:prstGeom>
          <a:solidFill>
            <a:srgbClr val="02C39A">
              <a:alpha val="82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863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2798064"/>
            <a:ext cx="4498848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99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状态判断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2735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核心闭环已成型，交付链路需补强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5998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运行日：2026-06-25（北京时间）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587044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594360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Gradient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02368" y="5870448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594360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Trust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9222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 AI 代码生成平台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3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 + Vue 3，覆盖从需求输入、AI 生成、实时预览到部署分享的产品闭环。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513892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21208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 / 团队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572768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72768"/>
            <a:ext cx="73152" cy="13533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3208" y="177393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92024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715000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2139696"/>
            <a:ext cx="18013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用户描述应用诉求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572768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572768"/>
            <a:ext cx="73152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1773936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92024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961120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2139696"/>
            <a:ext cx="18013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路由生成类型并流式产出代码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92040" y="3493008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493008"/>
            <a:ext cx="73152" cy="13533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93208" y="3694176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384048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571500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预览编辑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4059936"/>
            <a:ext cx="18013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预览与元素级对话修改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3493008"/>
            <a:ext cx="2788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3493008"/>
            <a:ext cx="73152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694176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84048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96112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4059936"/>
            <a:ext cx="180136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部署、截图封面、下载源码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92040" y="5797296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一句话状态：已具备核心产品闭环；下一阶段重点是验证、交付、配置治理与双轨架构收敛。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73152" cy="1444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1848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6479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444752" y="161848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4752" y="1984248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html / multi_file / vue_project 三类生成模式，AI 自动选择策略并生成文件。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1417320"/>
            <a:ext cx="73152" cy="14447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18488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6479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239512" y="161848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流式对话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1984248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后端流式返回生成过程；前端展示历史、进度与实时结果。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11312" y="1417320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1417320"/>
            <a:ext cx="73152" cy="14447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618488"/>
            <a:ext cx="493776" cy="49377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76479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9034272" y="161848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预览、编辑与下载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34272" y="1984248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应用实时预览、可视化选中元素后继续对话修改，并支持源码 ZIP 下载。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" y="3410712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410712"/>
            <a:ext cx="73152" cy="14447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611880"/>
            <a:ext cx="493776" cy="49377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7581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1444752" y="36118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部署分享与封面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44752" y="3977640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一键部署生成访问地址，自动截图封面并沉淀精选案例展示。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16552" y="3410712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16552" y="3410712"/>
            <a:ext cx="73152" cy="14447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611880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7581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5239512" y="36118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后台管理与监控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9512" y="3977640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应用、用户、聊天历史管理；Actuator + Prometheus + AI 指标采集。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11312" y="3410712"/>
            <a:ext cx="331012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3410712"/>
            <a:ext cx="73152" cy="1444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611880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7581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9034272" y="36118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限流与缓存基础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34272" y="3977640"/>
            <a:ext cx="23225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用户级限流，Redis / Caffeine 等基础设施支撑高并发与成本治理。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1792" y="5715000"/>
            <a:ext cx="10954512" cy="493776"/>
          </a:xfrm>
          <a:prstGeom prst="roundRect">
            <a:avLst>
              <a:gd name="adj" fmla="val 11111"/>
            </a:avLst>
          </a:prstGeom>
          <a:solidFill>
            <a:srgbClr val="DDF4F0"/>
          </a:solidFill>
          <a:ln w="12700">
            <a:solidFill>
              <a:srgbClr val="DDF4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5870448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能力分布：从 AI 编排到应用交付已覆盖主路径，工程化验证和生产配置是当前主要补强点。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模块地图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090672" cy="4352544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2542032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controller / service / mapper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core / langgraph4j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/ ratelimiter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/ DTO / VO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72768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069080" y="1417320"/>
            <a:ext cx="3090672" cy="4352544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719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前端应用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212848"/>
            <a:ext cx="2542032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3 + TypeScript + Vite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 Design Vue / Pinia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AppChatPage 实时预览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管理页与 OpenAPI 接口层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4343400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01768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98080" y="1417320"/>
            <a:ext cx="3456432" cy="4352544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7190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微服务拆分版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0" y="2212848"/>
            <a:ext cx="2907792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/ model / client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/ app / ai / screenshot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Cloud Alibaba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Dubbo + Nacos 跨服务调用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772400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30768" y="502920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5088636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67328" y="3246120"/>
            <a:ext cx="256032" cy="27432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6328" y="3246120"/>
            <a:ext cx="256032" cy="274320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5925312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主线判断：仓库同时保留单体与微服务版本，利于教学演进，也带来版本漂移与重复治理压力。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2252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天按运行日未发现新增提交；以下为仓库最新可见提交脉络。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32688" y="2011680"/>
            <a:ext cx="9829800" cy="0"/>
          </a:xfrm>
          <a:prstGeom prst="line">
            <a:avLst/>
          </a:prstGeom>
          <a:noFill/>
          <a:ln w="279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47088"/>
            <a:ext cx="347472" cy="347472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468880"/>
            <a:ext cx="2057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补齐应用部署、访问、下载等上线链路。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93008" y="1847088"/>
            <a:ext cx="347472" cy="347472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2468880"/>
            <a:ext cx="2057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697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401568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Actuator / Prometheus 与 AI 指标采集。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1847088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4728" y="2468880"/>
            <a:ext cx="2057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697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971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3401568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 common、model、client、user、app、ai、screenshot。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96528" y="1847088"/>
            <a:ext cx="347472" cy="34747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76488" y="2468880"/>
            <a:ext cx="2057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697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0" y="29718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改造完成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0" y="3401568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形成完整单体项目代码 + 微服务版本并存状态。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138928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358384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近期状态解读：功能主线已完成多轮课程式迭代，当前分叉集中在“单体稳定可用”和“微服务化演进”两条轨道。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910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542032" y="144475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5910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15184" y="2103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文件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25696" y="144475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5910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98848" y="2103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309360" y="144475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910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82512" y="2103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93024" y="1444752"/>
            <a:ext cx="16276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5910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66176" y="2103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文件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076688" y="1444752"/>
            <a:ext cx="1170432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E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128" y="1591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149840" y="21031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核心数据表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2980944"/>
            <a:ext cx="5175504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可观测性基础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730752"/>
            <a:ext cx="4434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Actuator 暴露健康与运行状态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Prometheus 注册 AI 模型调用指标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请求数、错误数、Token、响应时间可采集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业务转化、部署成功率等需接入真实环境后沉淀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6144768" y="2980944"/>
            <a:ext cx="5102352" cy="2359152"/>
          </a:xfrm>
          <a:prstGeom prst="roundRect">
            <a:avLst>
              <a:gd name="adj" fmla="val 3101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今日指标口径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44348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本页使用静态仓库扫描结果；线上访问量、生成成功率、平均耗时等运行指标暂无生产数据输入。建议后续从 Prometheus / 日志链路汇总至日报。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46520" y="475488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482803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仓库扫描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99248" y="4754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48280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可接入运行时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13232" y="1536192"/>
            <a:ext cx="106801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83080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293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627632" y="17556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72384" y="17373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 *Test.java，覆盖代码解析、AI 生成、LangGraph 工作流、截图与图片工具。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8823960" y="1837944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E8F4F2"/>
          </a:solidFill>
          <a:ln w="12700">
            <a:solidFill>
              <a:srgbClr val="E8F4F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1837944"/>
            <a:ext cx="1040221" cy="256032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42448" y="179222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0" y="186537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已配置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106801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3200400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34670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627632" y="3172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前端脚本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72384" y="31546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 build、type-check、lint、format、openapi2ts；未发现前端测试脚本。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8823960" y="3255264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E8F4F2"/>
          </a:solidFill>
          <a:ln w="12700">
            <a:solidFill>
              <a:srgbClr val="E8F4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255264"/>
            <a:ext cx="809061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42448" y="320954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328269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部分覆盖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" y="4370832"/>
            <a:ext cx="1068019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" y="4617720"/>
            <a:ext cx="493776" cy="493776"/>
          </a:xfrm>
          <a:prstGeom prst="ellipse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76402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627632" y="4590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72384" y="4572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.github/workflows、GitLab CI、Jenkinsfile 或容器编排配置。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8823960" y="4672584"/>
            <a:ext cx="1444752" cy="256032"/>
          </a:xfrm>
          <a:prstGeom prst="roundRect">
            <a:avLst>
              <a:gd name="adj" fmla="val 14286"/>
            </a:avLst>
          </a:prstGeom>
          <a:solidFill>
            <a:srgbClr val="E8F4F2"/>
          </a:solidFill>
          <a:ln w="12700">
            <a:solidFill>
              <a:srgbClr val="E8F4F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4672584"/>
            <a:ext cx="346740" cy="256032"/>
          </a:xfrm>
          <a:prstGeom prst="roundRect">
            <a:avLst>
              <a:gd name="adj" fmla="val 14286"/>
            </a:avLst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42448" y="462686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0" y="4700016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3232" y="5824728"/>
            <a:ext cx="10680192" cy="329184"/>
          </a:xfrm>
          <a:prstGeom prst="roundRect">
            <a:avLst>
              <a:gd name="adj" fmla="val 13889"/>
            </a:avLst>
          </a:prstGeom>
          <a:solidFill>
            <a:srgbClr val="DDF4F0"/>
          </a:solidFill>
          <a:ln w="12700">
            <a:solidFill>
              <a:srgbClr val="DDF4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5925312"/>
            <a:ext cx="10012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最近状态：本次日报未执行业务测试，仅对仓库配置和报告产物做生成校验。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94944" y="1371600"/>
            <a:ext cx="4901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71600"/>
            <a:ext cx="91440" cy="1024128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4608" y="155448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D95D5D"/>
          </a:solidFill>
          <a:ln w="12700">
            <a:solidFill>
              <a:srgbClr val="D95D5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6276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配置安全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9264" y="19019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与 prod sample 中存在 API Key 占位、默认密码和部署占位信息。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163056" y="1371600"/>
            <a:ext cx="4901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1371600"/>
            <a:ext cx="9144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0" y="155448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05872" y="16276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37376" y="1554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自动化交付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37376" y="19019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CI/CD 与容器化配置，验证链路依赖本地命令。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94944" y="2788920"/>
            <a:ext cx="4901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788920"/>
            <a:ext cx="9144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297180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4495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9264" y="2971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69264" y="331927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单体与微服务代码并存，POM 版本存在漂移风险。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6163056" y="2788920"/>
            <a:ext cx="4901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2788920"/>
            <a:ext cx="9144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297180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05872" y="304495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37376" y="2971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测试可重复性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37376" y="331927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 AI / 图片 / 工作流测试依赖外部服务，稳定性与成本需要隔离。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94944" y="4206240"/>
            <a:ext cx="1068019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4206240"/>
            <a:ext cx="91440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43616" y="438912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16768" y="44622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9264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代码整洁度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69264" y="4736592"/>
            <a:ext cx="9765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可见 TODO、调试输出与 printStackTrace，后续需纳入治理。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94944" y="5623560"/>
            <a:ext cx="1068019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76986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阻塞判断：目前未看到代码级阻断主流程的问题；阻塞主要来自生产凭据、自动化验证和架构治理。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94944" y="1417320"/>
            <a:ext cx="2340864" cy="4343400"/>
          </a:xfrm>
          <a:prstGeom prst="roundRect">
            <a:avLst>
              <a:gd name="adj" fmla="val 3125"/>
            </a:avLst>
          </a:prstGeom>
          <a:solidFill>
            <a:srgbClr val="EAF7F6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00784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配置与环境治理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186537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拆分本地 / 生产配置模板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移除默认密码与敏感占位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补充启动前置检查清单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2340864" cy="4343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1700784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184708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675888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自动化验证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712464" y="2971800"/>
            <a:ext cx="186537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新增后端基础单测工作流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前端 type-check / build 纳入 CI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隔离外部 AI 集成测试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340864" cy="4343400"/>
          </a:xfrm>
          <a:prstGeom prst="roundRect">
            <a:avLst>
              <a:gd name="adj" fmla="val 3125"/>
            </a:avLst>
          </a:prstGeom>
          <a:solidFill>
            <a:srgbClr val="EAF7F6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700784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84708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37376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交付链路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73952" y="2971800"/>
            <a:ext cx="186537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补充 Docker / Compose 示例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沉淀部署参数说明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接入部署成功率与耗时指标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979408" y="1417320"/>
            <a:ext cx="2340864" cy="4343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EC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700784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184708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198864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2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架构收敛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35440" y="2971800"/>
            <a:ext cx="186537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明确单体与微服务维护边界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统一 Spring Boot 版本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5B7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识别重复代码并建立同步策略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49808" y="5989320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优先级建议：先补“可安全运行 + 可自动验证”，再推进“可稳定交付 + 可持续演进”。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85800"/>
            <a:ext cx="10744200" cy="5440680"/>
          </a:xfrm>
          <a:prstGeom prst="roundRect">
            <a:avLst>
              <a:gd name="adj" fmla="val 168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8090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072" y="841248"/>
            <a:ext cx="2331720" cy="2331720"/>
          </a:xfrm>
          <a:prstGeom prst="ellipse">
            <a:avLst/>
          </a:prstGeom>
          <a:solidFill>
            <a:srgbClr val="028090">
              <a:alpha val="78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87968" y="14173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4128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24128" y="17373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项目状态：核心能力完整，工程化进入补强阶段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0704" y="2496312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64261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719072" y="25146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852928" y="251460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生成、流式对话、预览编辑、部署分享、后台管理与监控基础已形成闭环。</a:t>
            </a:r>
            <a:endParaRPr lang="en-US" sz="1430" dirty="0"/>
          </a:p>
        </p:txBody>
      </p:sp>
      <p:sp>
        <p:nvSpPr>
          <p:cNvPr id="11" name="Shape 9"/>
          <p:cNvSpPr/>
          <p:nvPr/>
        </p:nvSpPr>
        <p:spPr>
          <a:xfrm>
            <a:off x="1060704" y="3246120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39242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719072" y="3264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近期重点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852928" y="326440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最新提交聚焦微服务改造，可观测性与部署链路已进入项目主线。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1060704" y="3995928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14223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719072" y="40142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主要风险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852928" y="401421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生产配置、CI/CD、外部依赖测试和单体/微服务版本漂移需要治理。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1060704" y="4745736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89204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719072" y="47640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建议方向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852928" y="476402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E6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优先补齐自动化验证和配置安全，再推进部署指标和架构边界收敛。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1024128" y="56875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报告路径：docs/reports/project-status-2026-06-25.pptx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2026-06-25</dc:title>
  <dc:subject>每日项目状态汇报</dc:subject>
  <dc:creator>Cursor Automation</dc:creator>
  <cp:lastModifiedBy>Cursor Automation</cp:lastModifiedBy>
  <cp:revision>1</cp:revision>
  <dcterms:created xsi:type="dcterms:W3CDTF">2026-06-25T09:08:35Z</dcterms:created>
  <dcterms:modified xsi:type="dcterms:W3CDTF">2026-06-25T09:08:35Z</dcterms:modified>
</cp:coreProperties>
</file>