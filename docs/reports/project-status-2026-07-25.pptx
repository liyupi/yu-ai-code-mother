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457200"/>
            <a:ext cx="2194560" cy="2194560"/>
          </a:xfrm>
          <a:prstGeom prst="ellipse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3108960"/>
            <a:ext cx="1645920" cy="1645920"/>
          </a:xfrm>
          <a:prstGeom prst="ellipse">
            <a:avLst/>
          </a:prstGeom>
          <a:solidFill>
            <a:srgbClr val="00A896">
              <a:alpha val="5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858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BRIEFING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1430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从代码生成到部署分享：当前能力、工程健康度与下一步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2461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需求理解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324612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737360" y="324612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737360" y="32461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324612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71800" y="324612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2971800" y="32461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324612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06240" y="324612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240" y="32461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部署分享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324612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40680" y="324612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5440680" y="32461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后台治理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2026.07.25 · 北京时间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389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团队维护者汇报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E8F6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EXECUTIVE 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9144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58368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06040" y="123444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234440"/>
            <a:ext cx="9144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2807208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807208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文件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23444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234440"/>
            <a:ext cx="9144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956048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956048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页面组件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03720" y="123444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234440"/>
            <a:ext cx="9144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104888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104888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7889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一句话判断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108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产品链路已完整，工程交付仍需补强。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5800" y="3566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平台覆盖“描述需求 → AI 生成 → 可视化修改 → 云端部署 → 分享/下载 → 后台治理”主流程；关注点应从功能扩张转向可重复验证与持续交付。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852160" y="2606040"/>
            <a:ext cx="2834640" cy="1874520"/>
          </a:xfrm>
          <a:prstGeom prst="roundRect">
            <a:avLst>
              <a:gd name="adj" fmla="val 4878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状态信号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8076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仓库近 7 天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次提交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08076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功能面完整 · 可观测性已铺设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缺失 · 活跃度偏低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77316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89520" y="4773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E8F6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当前架构：双形态并存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265176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前端体验层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TypeScript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对话与 SSE 流式输出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实时预览与可视化编辑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部署与应用管理界面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118872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188720"/>
            <a:ext cx="265176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单体基线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47472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 · Java 21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228600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3675888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/ LangGraph4j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6517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3675888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解析、保存与 Vue 构建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301752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675888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 / 应用 / 对话服务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26480" y="118872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188720"/>
            <a:ext cx="265176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微服务形态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30936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· Nacos 服务治理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2286000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6510528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AI / SHOT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2651760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6510528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09360" y="3017520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6510528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截图、COS 与源码下载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8F6F5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架构观察：保留完整单体代码便于教学与运行；微服务拆分已完成，但双线维护会放大版本漂移与验证成本。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477316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89520" y="4773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E8F6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PRODUCT CAPABILITIES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核心能力已形成闭环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4173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16002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自动路由生成策略，支持 HTML、多文件与 Vue 项目，通过工具调用读写文件。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18872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14173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77840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77840" y="16002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对话流式输出与右侧实时预览协同，可选中页面元素后用自然语言继续迭代。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0175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32004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部署与分享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580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一键部署、自动截图封面、生成访问地址，并支持完整项目源码下载。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278892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30175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77840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32004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2920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用户、应用、对话与精选管理；具备限流、缓存、监控和权限控制基础。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77316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89520" y="4773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E8F6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RECENT CHANGES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近期进展：最近一轮聚焦工程化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583680" y="658368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C45C2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658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天：0 次提交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7680960" cy="45720"/>
          </a:xfrm>
          <a:prstGeom prst="rect">
            <a:avLst/>
          </a:prstGeom>
          <a:solidFill>
            <a:srgbClr val="D5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1463040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920240"/>
            <a:ext cx="2011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05740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37744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安全与稳定性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" y="27889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审查、稳定性与成本优化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51860" y="1463040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2628900" y="1920240"/>
            <a:ext cx="2011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738628" y="205740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38628" y="237744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上线与可观测性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38628" y="27889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部署上线；Prometheus / Grafana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23560" y="1463040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1920240"/>
            <a:ext cx="2011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910328" y="205740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0328" y="237744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微服务改造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10328" y="27889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 7 模块拆分，保留单体代码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95260" y="1463040"/>
            <a:ext cx="237744" cy="237744"/>
          </a:xfrm>
          <a:prstGeom prst="ellipse">
            <a:avLst/>
          </a:prstGeom>
          <a:solidFill>
            <a:srgbClr val="C45C26"/>
          </a:solidFill>
          <a:ln/>
        </p:spPr>
      </p:sp>
      <p:sp>
        <p:nvSpPr>
          <p:cNvPr id="26" name="Shape 24"/>
          <p:cNvSpPr/>
          <p:nvPr/>
        </p:nvSpPr>
        <p:spPr>
          <a:xfrm>
            <a:off x="6972300" y="1920240"/>
            <a:ext cx="2011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082028" y="205740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82028" y="237744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当前盘点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082028" y="278892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距最新代码提交约 333 天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767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昨日与近 7 天均无业务代码变化；日常自动化仅产出状态汇报。项目已从功能搭建进入“恢复维护节奏、补齐交付门禁”阶段。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77316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89520" y="4773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E8F6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REPOSITORY SIGNALS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数据与质量信号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静态仓库盘点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文件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60604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文件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880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06040" y="2880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606040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工作流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393192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工程健康度信号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29200" y="192024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1828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功能覆盖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20665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/ 编辑 / 部署 / 管理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245059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394960" y="2359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架构能力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25968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+ 微服务 + 监控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2980944"/>
            <a:ext cx="201168" cy="201168"/>
          </a:xfrm>
          <a:prstGeom prst="ellipse">
            <a:avLst/>
          </a:prstGeom>
          <a:solidFill>
            <a:srgbClr val="C45C26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0" y="28895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自动化验证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31272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有后端测试，无前端测试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0" y="3511296"/>
            <a:ext cx="201168" cy="201168"/>
          </a:xfrm>
          <a:prstGeom prst="ellipse">
            <a:avLst/>
          </a:prstGeom>
          <a:solidFill>
            <a:srgbClr val="C45C26"/>
          </a:solidFill>
          <a:ln/>
        </p:spPr>
      </p:sp>
      <p:sp>
        <p:nvSpPr>
          <p:cNvPr id="29" name="Text 27"/>
          <p:cNvSpPr/>
          <p:nvPr/>
        </p:nvSpPr>
        <p:spPr>
          <a:xfrm>
            <a:off x="5394960" y="34198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持续交付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3657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CI 配置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口径说明：文件与提交数来自 Git 跟踪记录；健康度为基于仓库证据的定性评分，不代表线上 SLA 或生成成功率。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77316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89520" y="4773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E8F6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RISKS &amp; BLOCKERS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未完成项、风险与阻塞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097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097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1097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潜在影响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536192"/>
            <a:ext cx="822960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1655064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B33A3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6550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153619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持续集成缺失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153619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GitHub Actions 配置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153619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无法自动构建测试与阻断回归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103120"/>
            <a:ext cx="8229600" cy="512064"/>
          </a:xfrm>
          <a:prstGeom prst="roundRect">
            <a:avLst>
              <a:gd name="adj" fmla="val 8929"/>
            </a:avLst>
          </a:prstGeom>
          <a:solidFill>
            <a:srgbClr val="E8F6F5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221992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B33A3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2219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21031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环境基线较重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210312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依赖模型 API、MySQL、Redis、Nacos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210312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本地与集成测试受外部服务影响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670048"/>
            <a:ext cx="822960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278892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C45C2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7889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17320" y="267004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双架构维护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267004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单体与微服务代码同时保留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267004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修复需双线同步，易出现漂移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236976"/>
            <a:ext cx="8229600" cy="512064"/>
          </a:xfrm>
          <a:prstGeom prst="roundRect">
            <a:avLst>
              <a:gd name="adj" fmla="val 8929"/>
            </a:avLst>
          </a:prstGeom>
          <a:solidFill>
            <a:srgbClr val="E8F6F5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3355848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C45C26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3558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17320" y="323697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推理模型兼容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83280" y="323697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#5：reasoning_content 缺失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26480" y="323697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思考模式生成 Vue 失败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当前无权限或依赖安装阻塞；主要阻塞是缺少可复现的自动化验证环境，以及已知模型兼容问题未合入修复。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477316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89520" y="4773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E8F6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QUALITY &amp; OPERATIONS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测试与可运维性现状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51760" cy="2880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3716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测试基础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" y="1920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有基础，覆盖不均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个后端测试类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覆盖解析、路由、工作流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多数依赖外部环境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1143000"/>
            <a:ext cx="2651760" cy="2880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93008" y="13716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493008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05072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可观测性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93008" y="1920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能力已铺设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93008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+ Micrometer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93008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指标采集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93008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AI 模型面板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1143000"/>
            <a:ext cx="2651760" cy="28803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27648" y="1371600"/>
            <a:ext cx="384048" cy="384048"/>
          </a:xfrm>
          <a:prstGeom prst="ellipse">
            <a:avLst/>
          </a:prstGeom>
          <a:solidFill>
            <a:srgbClr val="C45C26"/>
          </a:solidFill>
          <a:ln/>
        </p:spPr>
      </p:sp>
      <p:sp>
        <p:nvSpPr>
          <p:cNvPr id="25" name="Text 23"/>
          <p:cNvSpPr/>
          <p:nvPr/>
        </p:nvSpPr>
        <p:spPr>
          <a:xfrm>
            <a:off x="6327648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39712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交付门禁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27648" y="1920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当前缺失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27648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CI 工作流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27648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前端无自动化测试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27648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无近期流水线可核验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CI 状态：不适用——仓库未配置可识别的 CI 流水线。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77316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89520" y="4773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E8F6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PRIORITIZED 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243584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4358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17320" y="128016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B33A3A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1280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1188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建立最小 CI 门禁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57400" y="14813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后端编译与可独立运行单元测试；前端 type-check、build 与只读 lint。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190195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048256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04825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17320" y="2084832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B33A3A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2084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57400" y="19933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定义可复现测试环境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57400" y="22860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分层隔离 MySQL、Redis、Nacos 与外部 AI/COS；关键链路提供 mock。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70662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2852928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8529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417320" y="2889504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5C26"/>
          </a:solidFill>
          <a:ln/>
        </p:spPr>
      </p:sp>
      <p:sp>
        <p:nvSpPr>
          <p:cNvPr id="25" name="Text 23"/>
          <p:cNvSpPr/>
          <p:nvPr/>
        </p:nvSpPr>
        <p:spPr>
          <a:xfrm>
            <a:off x="1417320" y="288950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57400" y="27980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收敛双架构维护规则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57400" y="30906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明确单体与微服务主维护线、同步边界和发布策略，避免重复修复。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5112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3657600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657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417320" y="3694176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5C26"/>
          </a:solidFill>
          <a:ln/>
        </p:spPr>
      </p:sp>
      <p:sp>
        <p:nvSpPr>
          <p:cNvPr id="32" name="Text 30"/>
          <p:cNvSpPr/>
          <p:nvPr/>
        </p:nvSpPr>
        <p:spPr>
          <a:xfrm>
            <a:off x="1417320" y="36941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057400" y="36027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修复推理模型兼容并补齐指标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057400" y="389534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跟进 Issue #5（reasoning_content）；采集生成成功率与部署成功率。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477316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589520" y="4773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今日结论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产品能力链条完整；当前主要矛盾已从“有没有功能”转向“能否持续、可靠地交付”。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94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生成、编辑、部署、管理已闭环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37560" y="201168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194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信号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2044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天无提交，维护节奏中断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201168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194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5508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与可复现测试环境优先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下一次更新重点：CI 首次运行结果 · 外部依赖隔离 · Issue #5 修复验证 · 核心生成链路指标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663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DAILY STATUS · 2026-07-25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C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2026-07-25</dc:title>
  <dc:subject>AI 零代码应用生成平台项目状态</dc:subject>
  <dc:creator>yu-ai-code-mother automation</dc:creator>
  <cp:lastModifiedBy>yu-ai-code-mother automation</cp:lastModifiedBy>
  <cp:revision>1</cp:revision>
  <dcterms:created xsi:type="dcterms:W3CDTF">2026-07-25T09:15:12Z</dcterms:created>
  <dcterms:modified xsi:type="dcterms:W3CDTF">2026-07-25T09:15:12Z</dcterms:modified>
</cp:coreProperties>
</file>