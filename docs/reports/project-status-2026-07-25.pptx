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0" y="457200"/>
            <a:ext cx="2194560" cy="2194560"/>
          </a:xfrm>
          <a:prstGeom prst="ellipse">
            <a:avLst/>
          </a:prstGeom>
          <a:solidFill>
            <a:srgbClr val="028090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858000" y="3108960"/>
            <a:ext cx="1645920" cy="1645920"/>
          </a:xfrm>
          <a:prstGeom prst="ellipse">
            <a:avLst/>
          </a:prstGeom>
          <a:solidFill>
            <a:srgbClr val="00A896">
              <a:alpha val="5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7315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BRIEFING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2560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从代码生成到部署分享：当前能力、工程健康度与下一步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29184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737360" y="32918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737360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88920" y="329184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71800" y="32918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2971800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29184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06240" y="32918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57800" y="329184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2918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后台治理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2026.07.25 · 北京时间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44805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团队维护者汇报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EXECUTIVE 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34440"/>
            <a:ext cx="109728" cy="12344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12344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234440"/>
            <a:ext cx="109728" cy="1234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27889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78892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2344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34440"/>
            <a:ext cx="109728" cy="12344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920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页面与组件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66560" y="123444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234440"/>
            <a:ext cx="109728" cy="1234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99516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历史提交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697480"/>
            <a:ext cx="53035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一句话判断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产品链路已完整，工程交付仍需补强。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平台覆盖“描述需求 → AI 生成 → 可视化修改 → 云端部署 → 分享/下载 → 后台治理”的主流程；当前关注点应从功能扩张转向可重复验证与持续交付。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0" y="26974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0" y="2880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状态信号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仓库近 7 天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次提交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126480" y="3931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功能面完整 · 可观测性已铺设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缺失 · 活跃度偏低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当前架构：双形态并存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7432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2743200" cy="1097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前端体验层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87168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3774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对话 / SSE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871216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27614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实时预览与编辑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255264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1455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部署与应用管理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1280160"/>
            <a:ext cx="27432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37560" y="1280160"/>
            <a:ext cx="274320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单体基线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2044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 · Java 21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20440" y="248716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3721608" y="23774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编排 LangChain4j / LangGraph4j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520440" y="2871216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27614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代码引擎 解析 / 保存 / Vue 构建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520440" y="3255264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3721608" y="31455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业务服务 用户 / 应用 / 对话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280160"/>
            <a:ext cx="27432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1280160"/>
            <a:ext cx="2743200" cy="10972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微服务形态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Alibaba · Dubbo · Nacos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487168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6601968" y="23774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 / SHOT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0" y="2871216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6601968" y="27614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0" y="3255264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601968" y="31455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交付：截图 / COS / 下载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8F6F5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架构观察：保留完整单体代码便于教学与运行；微服务拆分已完成，但双线维护会放大版本漂移与验证成本。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PRODUCT CAPABILITIES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核心能力已形成闭环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463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1031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自动路由生成策略，支持 HTML、多文件与 Vue 项目；通过工具调用写入、读取、修改文件。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234440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983480" y="150876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32120" y="1463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83480" y="21031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对话流式输出与右侧实时预览协同；支持选择页面元素后继续用自然语言迭代。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0632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017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3444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部署与分享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" y="36576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一键部署、自动截图封面、生成访问地址，并支持完整项目源码下载。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2788920"/>
            <a:ext cx="40690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83480" y="306324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2120" y="3017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3212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企业级管理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983480" y="36576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用户、应用、对话记录与精选管理；具备限流、缓存、监控和权限控制基础。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RECENT CHANGES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近期进展：最近一轮聚焦工程化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675120" y="64008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C45C2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640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天：0 次提交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7680960" cy="54864"/>
          </a:xfrm>
          <a:prstGeom prst="rect">
            <a:avLst/>
          </a:prstGeom>
          <a:solidFill>
            <a:srgbClr val="D5E8E6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600200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0574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" y="219456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" y="251460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安全与稳定性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8" y="29260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审查、稳定性优化、成本优化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1600200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Shape 14"/>
          <p:cNvSpPr/>
          <p:nvPr/>
        </p:nvSpPr>
        <p:spPr>
          <a:xfrm>
            <a:off x="2651760" y="20574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2761488" y="219456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61488" y="251460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上线与可观测性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61488" y="29260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部署上线；Prometheus / Grafana 监控体系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1600200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0574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910328" y="219456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10328" y="251460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微服务改造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10328" y="29260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 7 模块拆分，并保留完整单体代码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26680" y="1600200"/>
            <a:ext cx="237744" cy="237744"/>
          </a:xfrm>
          <a:prstGeom prst="ellipse">
            <a:avLst/>
          </a:prstGeom>
          <a:solidFill>
            <a:srgbClr val="C45C26"/>
          </a:solidFill>
          <a:ln/>
        </p:spPr>
      </p:sp>
      <p:sp>
        <p:nvSpPr>
          <p:cNvPr id="26" name="Shape 24"/>
          <p:cNvSpPr/>
          <p:nvPr/>
        </p:nvSpPr>
        <p:spPr>
          <a:xfrm>
            <a:off x="6949440" y="20574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059168" y="2194560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59168" y="251460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当前盘点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59168" y="29260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距最新代码提交约 333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931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" y="4160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昨日与近 7 天均无业务代码变化；日常自动化仅产出状态汇报。项目已从功能搭建阶段进入“恢复维护节奏、补齐交付门禁”的阶段。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REPOSITORY SIGNALS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数据与质量信号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静态仓库盘点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19202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56032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文件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3152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29718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56032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1188720"/>
            <a:ext cx="39776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工程健康度信号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983480" y="194767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5349240" y="1874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功能覆盖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21122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/ 编辑 / 部署 / 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83480" y="24963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24231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架构能力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266090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+ 微服务 + 监控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83480" y="3044952"/>
            <a:ext cx="201168" cy="201168"/>
          </a:xfrm>
          <a:prstGeom prst="ellipse">
            <a:avLst/>
          </a:prstGeom>
          <a:solidFill>
            <a:srgbClr val="C45C26"/>
          </a:solidFill>
          <a:ln/>
        </p:spPr>
      </p:sp>
      <p:sp>
        <p:nvSpPr>
          <p:cNvPr id="26" name="Text 24"/>
          <p:cNvSpPr/>
          <p:nvPr/>
        </p:nvSpPr>
        <p:spPr>
          <a:xfrm>
            <a:off x="5349240" y="2971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自动化验证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320954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有后端测试，无前端测试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83480" y="3593592"/>
            <a:ext cx="201168" cy="201168"/>
          </a:xfrm>
          <a:prstGeom prst="ellipse">
            <a:avLst/>
          </a:prstGeom>
          <a:solidFill>
            <a:srgbClr val="C45C26"/>
          </a:solidFill>
          <a:ln/>
        </p:spPr>
      </p:sp>
      <p:sp>
        <p:nvSpPr>
          <p:cNvPr id="29" name="Text 27"/>
          <p:cNvSpPr/>
          <p:nvPr/>
        </p:nvSpPr>
        <p:spPr>
          <a:xfrm>
            <a:off x="5349240" y="35204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持续交付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49240" y="375818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配置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口径说明：文件与提交数来自 Git 跟踪记录；健康度为基于仓库证据的定性评分，不代表线上 SLA、用户量或生成成功率。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RISKS &amp; BLOCKERS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未完成项、风险与阻塞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143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潜在影响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60020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728216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17282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63040" y="16002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持续集成缺失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16002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GitHub Actions 等 CI 配置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6002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提交无法自动构建、测试和阻断回归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8F6F5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22576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3225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63040" y="2194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环境基线较重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21945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 API、MySQL / Redis / Nacos、COS 与浏览器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21945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本地与集成测试易受外部服务影响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278892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94360" y="2916936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45C2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9169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6304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双架构维护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0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单体与微服务代码同时保留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27889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修复需双线同步，存在实现漂移风险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383280"/>
            <a:ext cx="8229600" cy="530352"/>
          </a:xfrm>
          <a:prstGeom prst="roundRect">
            <a:avLst>
              <a:gd name="adj" fmla="val 8621"/>
            </a:avLst>
          </a:prstGeom>
          <a:solidFill>
            <a:srgbClr val="E8F6F5"/>
          </a:solidFill>
          <a:ln/>
        </p:spPr>
      </p:sp>
      <p:sp>
        <p:nvSpPr>
          <p:cNvPr id="31" name="Shape 29"/>
          <p:cNvSpPr/>
          <p:nvPr/>
        </p:nvSpPr>
        <p:spPr>
          <a:xfrm>
            <a:off x="594360" y="3511296"/>
            <a:ext cx="502920" cy="274320"/>
          </a:xfrm>
          <a:prstGeom prst="roundRect">
            <a:avLst>
              <a:gd name="adj" fmla="val 16667"/>
            </a:avLst>
          </a:prstGeom>
          <a:solidFill>
            <a:srgbClr val="C45C26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5112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463040" y="33832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推理模型兼容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3383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#5：reasoning_content 字段缺失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17920" y="33832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等思考模型生成 Vue 项目失败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当前没有明确的权限或依赖安装阻塞；主要阻塞是缺少可复现、自动化的验证环境，以及已知模型兼容问题未合入修复。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QUALITY &amp; OPERATIONS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测试与可运维性现状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4630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490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测试基础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有基础，覆盖不均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个后端测试类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覆盖解析、路由、工作流、截图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多数为 SpringBootTest，依赖外部环境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37560" y="1234440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66160" y="14630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69080" y="1490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可观测性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56616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能力已铺设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Actuator + Micrometer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指标采集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AI 模型面板配置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17920" y="1234440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1463040"/>
            <a:ext cx="384048" cy="384048"/>
          </a:xfrm>
          <a:prstGeom prst="ellipse">
            <a:avLst/>
          </a:prstGeom>
          <a:solidFill>
            <a:srgbClr val="C45C26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1490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交付门禁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4652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当前缺失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4652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工作流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前端无自动化测试文件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没有近期流水线状态可核验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CI 状态：不适用——仓库未配置可识别的 CI 流水线。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A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E8F6F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PRIORITIZED PLAN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80160"/>
            <a:ext cx="64008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71600" y="132588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B33A3A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3258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1216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建立最小 CI 门禁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11680" y="1490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后端执行编译与可独立运行的单元测试；前端执行 type-check、build 与只读 lint。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1920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057400"/>
            <a:ext cx="64008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0574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371600" y="210312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B33A3A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21031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19933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定义可复现测试环境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011680" y="22677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MySQL、Redis、Nacos 与外部 AI/COS 依赖分层；为关键链路提供 mock 或测试配置。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6974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2834640"/>
            <a:ext cx="64008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834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371600" y="288036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C45C26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0" y="28803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27706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收敛双架构维护规则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011680" y="3044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明确单体与微服务的主维护线、同步边界和发布策略，避免同一缺陷重复修复。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474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3611880"/>
            <a:ext cx="64008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6118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371600" y="365760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C45C26"/>
          </a:solidFill>
          <a:ln/>
        </p:spPr>
      </p:sp>
      <p:sp>
        <p:nvSpPr>
          <p:cNvPr id="32" name="Text 30"/>
          <p:cNvSpPr/>
          <p:nvPr/>
        </p:nvSpPr>
        <p:spPr>
          <a:xfrm>
            <a:off x="1371600" y="3657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011680" y="3547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修复推理模型兼容并补齐指标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2011680" y="3822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跟进 Issue #5（reasoning_content）；采集生成成功率、首 token 延迟、部署成功率。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480060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589520" y="4800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今日结论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产品能力链条完整；当前主要矛盾已从“有没有功能”转向“能否持续、可靠地交付”。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生成、编辑、部署、管理闭环已形成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21031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信号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天无提交，维护节奏中断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21031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行动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636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与可复现测试环境优先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下一次状态更新重点：CI 首次运行结果 · 外部依赖隔离进度 · Issue #5 修复验证 · 核心生成链路指标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4663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DAILY STATUS · 2026-07-25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4663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9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2026-07-25</dc:title>
  <dc:subject>AI 零代码应用生成平台项目状态</dc:subject>
  <dc:creator>yu-ai-code-mother automation</dc:creator>
  <cp:lastModifiedBy>yu-ai-code-mother automation</cp:lastModifiedBy>
  <cp:revision>1</cp:revision>
  <dcterms:created xsi:type="dcterms:W3CDTF">2026-07-25T09:06:44Z</dcterms:created>
  <dcterms:modified xsi:type="dcterms:W3CDTF">2026-07-25T09:06:44Z</dcterms:modified>
</cp:coreProperties>
</file>