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6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BRIEFING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从代码生成到部署分享：当前能力、工程健康度与下一步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需求理解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3108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48840" y="31089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31089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108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31089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1089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108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0" y="31089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1089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3108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40880" y="310896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1089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后台治理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2026.07.24 · 北京时间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8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团队维护者汇报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88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一句话判断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508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产品链路已完整，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工程交付仍需补强。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577840" y="10515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1064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0" y="13990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10515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1064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60920" y="13990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1764792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8196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0" y="21122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页面与组件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1764792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8196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60920" y="21122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平台覆盖“描述需求 → AI 生成 → 可视化修改 → 云端部署 → 分享/下载 → 后台治理”的主流程；当前关注点应从功能扩张转向可重复验证与持续交付。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83280"/>
            <a:ext cx="109728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状态信号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仓库近 7 天：0 次提交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240" y="4160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功能面完整  ·  可观测性已铺设  ·  CI/CD 缺失  ·  活跃度偏低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当前架构：双形态并存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前端体验层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240280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13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 / SSE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2679192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52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实时预览与编辑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118104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912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部署与应用管理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105156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23444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单体基线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044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· Java 21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20440" y="2240280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313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编排 LangChain4j / LangGraph4j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20440" y="2679192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752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代码引擎 解析 / 保存 / Vue 构建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20440" y="3118104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31912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业务服务 用户 / 应用 / 对话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05156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1234440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微服务形态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508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 · Dubbo · Nacos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55080" y="2240280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313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SHOT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55080" y="2679192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752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55080" y="3118104"/>
            <a:ext cx="2240280" cy="9144"/>
          </a:xfrm>
          <a:prstGeom prst="rect">
            <a:avLst/>
          </a:prstGeom>
          <a:solidFill>
            <a:srgbClr val="D7E8E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1912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交付：截图 / COS / 下载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架构观察：保留完整单体代码便于教学与运行；微服务拆分已完成，但双线维护会放大版本漂移与验证成本。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 CAPABILITIES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核心能力已形成闭环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80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1252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1490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自动路由生成策略，支持 HTML、多文件与 Vue 项目；通过工具调用写入、读取、修改文件。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280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F2F8"/>
          </a:solidFill>
          <a:ln w="12700">
            <a:solidFill>
              <a:srgbClr val="E8F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760720" y="12527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490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20116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对话流式输出与右侧实时预览协同；支持选择页面元素后继续用自然语言迭代。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971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FBF6"/>
          </a:solidFill>
          <a:ln w="12700">
            <a:solidFill>
              <a:srgbClr val="E8FB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3182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部署与分享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一键部署、自动截图封面、生成访问地址，并支持完整项目源码下载。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9718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760720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3182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37760" y="37033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用户、应用、对话记录与精选管理；具备限流、缓存、监控和权限控制基础。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RECENT CHANGES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近期进展：最近一轮聚焦工程化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天：0 次提交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758952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1874520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40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安全与稳定性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审查、稳定性优化、成本优化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1874520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240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514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上线与可观测性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部署上线；Prometheus / Grafana 监控体系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1874520"/>
            <a:ext cx="219456" cy="21945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40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514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微服务改造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7 模块拆分，并保留完整单体代码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1874520"/>
            <a:ext cx="219456" cy="219456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240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514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当前盘点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距最新代码提交约 332 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67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023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昨日与近 7 天均无业务代码变化；“近期进展”应以最后一轮有效提交为准。项目已从功能搭建阶段进入“恢复维护节奏、补齐交付门禁”的阶段。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REPOSITORY SIGNALS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数据与质量信号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静态仓库盘点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06040" y="2194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606040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工程健康度信号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176479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功能覆盖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9476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管理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3591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286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架构能力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94960" y="2542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 + 监控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2953512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880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自动化验证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4960" y="31363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有后端测试，无前端测试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3547872"/>
            <a:ext cx="201168" cy="2011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474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持续交付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94960" y="3730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配置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口径说明：文件与提交数来自 Git 跟踪记录；健康度为基于仓库证据的定性评分，不代表线上 SLA、用户量或生成成功率。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RISKS &amp; BLOCKERS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未完成项、风险与阻塞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051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1051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潜在影响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682496"/>
            <a:ext cx="640080" cy="310896"/>
          </a:xfrm>
          <a:prstGeom prst="roundRect">
            <a:avLst>
              <a:gd name="adj" fmla="val 1764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6824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1554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持续集成缺失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1554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GitHub Actions 等 CI 配置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15544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提交无法自动构建、测试和阻断回归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8F2F8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322576"/>
            <a:ext cx="640080" cy="310896"/>
          </a:xfrm>
          <a:prstGeom prst="roundRect">
            <a:avLst>
              <a:gd name="adj" fmla="val 1764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32257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21945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环境基线较重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2194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API、MySQL / Redis / Nacos、COS 与浏览器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194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本地与集成测试易受外部服务影响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2962656"/>
            <a:ext cx="640080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9626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54480" y="2834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双架构维护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0" y="2834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单体与微服务代码同时保留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8346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修复需双线同步，存在实现漂移风险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474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8F2F8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3602736"/>
            <a:ext cx="640080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6027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54480" y="34747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 SDK 代码债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40480" y="3474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dev.langchain4j 下存在 TODO 与调试输出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34747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升级兼容性与流式工具调用稳定性需验证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当前没有明确的权限或依赖安装阻塞；主要阻塞是缺少可复现、自动化的验证环境。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QUALITY &amp; OPERATIONS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测试与可运维性现状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1280160"/>
            <a:ext cx="640080" cy="640080"/>
          </a:xfrm>
          <a:prstGeom prst="ellipse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测试基础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有基础，覆盖不均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个后端测试类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覆盖解析、路由、工作流、截图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多数为 SpringBootTest，依赖外部环境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0515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280160"/>
            <a:ext cx="640080" cy="640080"/>
          </a:xfrm>
          <a:prstGeom prst="ellipse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044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能力已铺设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Actuator + Micrometer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指标采集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模型面板配置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0515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1280160"/>
            <a:ext cx="640080" cy="640080"/>
          </a:xfrm>
          <a:prstGeom prst="ellipse">
            <a:avLst/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交付门禁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当前缺失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工作流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前端无自动化测试文件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没有近期流水线状态可核验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CI 状态：不适用——仓库未配置可识别的 CI 流水线。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 w="12700">
            <a:solidFill>
              <a:srgbClr val="F0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PRIORITIZED 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18872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188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建立最小 CI 门禁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14173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后端执行编译与可独立运行的单元测试；前端执行 type-check、build 与只读 lint。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1234440"/>
            <a:ext cx="777240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96596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965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定义可复现测试环境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21945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MySQL、Redis、Nacos 与外部 AI/COS 依赖分层；为关键链路提供 mock 或测试配置。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80960" y="2011680"/>
            <a:ext cx="777240" cy="320040"/>
          </a:xfrm>
          <a:prstGeom prst="roundRect">
            <a:avLst>
              <a:gd name="adj" fmla="val 1714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0116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74320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收敛双架构维护规则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2971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明确单体与微服务的主维护线、同步边界和发布策略，避免同一缺陷重复修复。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80960" y="2788920"/>
            <a:ext cx="777240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2788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52044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1732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补齐业务与质量指标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17320" y="3749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采集生成成功率、首 token 延迟、部署成功率、单次成本，并接入已有 Grafana 面板。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80960" y="3566160"/>
            <a:ext cx="777240" cy="320040"/>
          </a:xfrm>
          <a:prstGeom prst="roundRect">
            <a:avLst>
              <a:gd name="adj" fmla="val 1714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3566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推荐顺序：先让每次变更可验证，再恢复功能迭代速度。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产品能力链条完整；当前主要矛盾已从“有没有功能”转向“能否持续、可靠地交付”。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生成、编辑、部署、管理闭环已形成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信号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天无提交，维护节奏中断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与可复现测试环境优先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下一次状态更新重点：CI 首次运行结果 · 外部依赖隔离进度 · 核心生成链路指标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4709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2026-07-24</dc:title>
  <dc:subject>AI 零代码应用生成平台项目状态</dc:subject>
  <dc:creator>yu-ai-code-mother</dc:creator>
  <cp:lastModifiedBy>yu-ai-code-mother</cp:lastModifiedBy>
  <cp:revision>1</cp:revision>
  <dcterms:created xsi:type="dcterms:W3CDTF">2026-07-24T09:03:55Z</dcterms:created>
  <dcterms:modified xsi:type="dcterms:W3CDTF">2026-07-24T09:03:55Z</dcterms:modified>
</cp:coreProperties>
</file>