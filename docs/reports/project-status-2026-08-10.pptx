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0"/>
            <a:ext cx="242316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452360" y="1691640"/>
            <a:ext cx="1371600" cy="1371600"/>
          </a:xfrm>
          <a:prstGeom prst="ellipse">
            <a:avLst/>
          </a:prstGeom>
          <a:solidFill>
            <a:srgbClr val="023E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9659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4173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2240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AI 零代码应用生成平台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 / 团队内部同步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2026-08-10  ·  北京时间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5668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7091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" cy="3611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定位与栈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182880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 AI 代码生成教学项目，对标大厂零代码应用生成平台。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后端：Spring Boot 3.5 + Java 21 + LangChain4j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前端：Vue 3 + Vite + TypeScript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架构：单体完整代码 + 微服务（Dubbo / Nacos）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观测：Prometheus + Grafana；缓存 Redis / Caffeine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40680" y="1051560"/>
            <a:ext cx="1554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40680" y="1051560"/>
            <a:ext cx="15544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5440680" y="1325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532120" y="2011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教程期次完成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32320" y="1051560"/>
            <a:ext cx="1554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32320" y="1051560"/>
            <a:ext cx="155448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0" y="1325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7223760" y="2011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微服务子模块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App / User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40680" y="2880360"/>
            <a:ext cx="1554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40680" y="2880360"/>
            <a:ext cx="15544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5440680" y="3154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5532120" y="38404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含工作流覆盖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132320" y="2880360"/>
            <a:ext cx="1554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32320" y="2880360"/>
            <a:ext cx="155448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0"/>
          <p:cNvSpPr/>
          <p:nvPr/>
        </p:nvSpPr>
        <p:spPr>
          <a:xfrm>
            <a:off x="7132320" y="3154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7223760" y="38404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近7日业务提交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主线暂静默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5668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0690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19072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3533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508760" y="17830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 → AI 策略选择 → 工具调用写文件；流式输出实时展示执行过程。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754880" y="1097280"/>
            <a:ext cx="40690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83480" y="1600200"/>
            <a:ext cx="640080" cy="64008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171907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806440" y="13533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806440" y="17830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生成应用可预览；选中页面元素与 AI 对话增量修改，支持工程模式。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2926080"/>
            <a:ext cx="40690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85800" y="3429000"/>
            <a:ext cx="640080" cy="64008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54787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1821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508760" y="36118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部署到云端、自动截封面、可访问地址分享，并支持完整源码下载。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754880" y="2926080"/>
            <a:ext cx="40690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983480" y="3429000"/>
            <a:ext cx="640080" cy="64008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352" y="3547872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06440" y="31821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806440" y="36118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用户/应用管理、精选案例、AI 调用与系统性能监控后台。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5668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模块与架构现状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单体主工程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core / langgraph4j：生成与工作流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/ service / mapper：业务层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/ 限流模块：观测与流控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ai/guardrail：Prompt 安全审查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frontend：Vue 用户端与管理端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051560"/>
            <a:ext cx="3977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83480" y="12801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微服务拆分（第 14 期）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983480" y="1828800"/>
            <a:ext cx="3520440" cy="41148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1" name="Text 8"/>
          <p:cNvSpPr/>
          <p:nvPr/>
        </p:nvSpPr>
        <p:spPr>
          <a:xfrm>
            <a:off x="512064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0" y="18288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983480" y="2331720"/>
            <a:ext cx="3520440" cy="41148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4" name="Text 11"/>
          <p:cNvSpPr/>
          <p:nvPr/>
        </p:nvSpPr>
        <p:spPr>
          <a:xfrm>
            <a:off x="512064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yu-ai-code-app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0" y="23317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应用服务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983480" y="2834640"/>
            <a:ext cx="3520440" cy="41148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7" name="Text 14"/>
          <p:cNvSpPr/>
          <p:nvPr/>
        </p:nvSpPr>
        <p:spPr>
          <a:xfrm>
            <a:off x="512064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yu-ai-code-user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0" y="28346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用户服务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983480" y="3337560"/>
            <a:ext cx="3520440" cy="41148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20" name="Text 17"/>
          <p:cNvSpPr/>
          <p:nvPr/>
        </p:nvSpPr>
        <p:spPr>
          <a:xfrm>
            <a:off x="5120640" y="3337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yu-ai-code-screenshot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15200" y="33375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截图服务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983480" y="3840480"/>
            <a:ext cx="3520440" cy="41148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315200" y="38404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共享接口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5668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960120" y="2240280"/>
            <a:ext cx="72237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Shape 3"/>
          <p:cNvSpPr/>
          <p:nvPr/>
        </p:nvSpPr>
        <p:spPr>
          <a:xfrm>
            <a:off x="1463040" y="212140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051560"/>
            <a:ext cx="1828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11 期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651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 / 安全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 / 稳定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74720" y="212140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Shape 9"/>
          <p:cNvSpPr/>
          <p:nvPr/>
        </p:nvSpPr>
        <p:spPr>
          <a:xfrm>
            <a:off x="2788920" y="1051560"/>
            <a:ext cx="1828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88920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08-14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78892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12–13 期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788920" y="2651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0" y="212140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Shape 14"/>
          <p:cNvSpPr/>
          <p:nvPr/>
        </p:nvSpPr>
        <p:spPr>
          <a:xfrm>
            <a:off x="4800600" y="1051560"/>
            <a:ext cx="1828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00600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08-26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0060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14 期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00600" y="2651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完成（HEAD）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498080" y="2121408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Shape 19"/>
          <p:cNvSpPr/>
          <p:nvPr/>
        </p:nvSpPr>
        <p:spPr>
          <a:xfrm>
            <a:off x="6812280" y="1051560"/>
            <a:ext cx="1828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812280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1228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业务静默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812280" y="2651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无新业务提交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日报持续产出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7200" y="361188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" y="3611880"/>
            <a:ext cx="109728" cy="1143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8" name="Text 25"/>
          <p:cNvSpPr/>
          <p:nvPr/>
        </p:nvSpPr>
        <p:spPr>
          <a:xfrm>
            <a:off x="777240" y="3749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 / 今日要点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77240" y="40690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昨日日报 PR #79 已产出；今日主线 HEAD 仍为 893918c（2025-08-26）。开放业务 PR 仍为 #66（You.com 搜索，MERGEABLE），草稿日报队列继续增长。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5668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0116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201168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325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日活生成次数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242316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待接入埋点 / Grafana（占位）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06040" y="1051560"/>
            <a:ext cx="20116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1051560"/>
            <a:ext cx="201168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2606040" y="1325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269748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Token 消耗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715768" y="242316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已具备，缺日报口径（占位）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1051560"/>
            <a:ext cx="20116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1051560"/>
            <a:ext cx="20116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1325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48463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64608" y="242316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推理字段 · #65 联网搜索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903720" y="1051560"/>
            <a:ext cx="20116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03720" y="1051560"/>
            <a:ext cx="20116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19"/>
          <p:cNvSpPr/>
          <p:nvPr/>
        </p:nvSpPr>
        <p:spPr>
          <a:xfrm>
            <a:off x="6903720" y="1325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699516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待审业务 PR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013448" y="242316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#66 可合并，待维护者评审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47472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40480"/>
            <a:ext cx="411480" cy="4114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280160" y="3657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可观测性资产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280160" y="40233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仓库已含 prometheus.yml 与 grafana/ai_model_grafana_config.json。建议将 AI 调用量、失败率、P95 延迟纳入每日汇报固定栏目，替换当前占位指标。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5668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109728" cy="8412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252728"/>
            <a:ext cx="50292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252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17320" y="11155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#5 · reasoning_content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14173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项目生成时 DeepSeek 推理接口要求 assistant 携带 reasoning_content；LangChain4j 未对齐，社区仍未关闭。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96596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965960"/>
            <a:ext cx="109728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2212848"/>
            <a:ext cx="50292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2128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417320" y="20756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#66 长期待审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173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You.com 联网搜索工具已实现且 MERGEABLE，自 7/26 起无评审结论，功能扩展停留在门口。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292608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926080"/>
            <a:ext cx="109728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6"/>
          <p:cNvSpPr/>
          <p:nvPr/>
        </p:nvSpPr>
        <p:spPr>
          <a:xfrm>
            <a:off x="731520" y="3172968"/>
            <a:ext cx="50292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1729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417320" y="303580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无业务 CI 门禁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417320" y="33375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仓库无面向业务的 GitHub Actions 构建/测试流水线；回归依赖本地与教程期测试类。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388620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3886200"/>
            <a:ext cx="109728" cy="8412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22"/>
          <p:cNvSpPr/>
          <p:nvPr/>
        </p:nvSpPr>
        <p:spPr>
          <a:xfrm>
            <a:off x="731520" y="4133088"/>
            <a:ext cx="50292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41330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417320" y="39959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日报 Draft 堆积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417320" y="42976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多份每日状态 Draft PR 未合并，文档噪音上升，影响维护者关注真正业务变更。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5668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未完成项与阻塞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2984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 / 待办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31520" y="187452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#5：补齐 reasoning_content 字段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评审并合并 #66 You.com 搜索工具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补齐最小 CI（编译 + 单测冒烟）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统一日报指标口径（调用量/失败率）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清理或归档历史 Draft 日报 PR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709160" y="1051560"/>
            <a:ext cx="3977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28016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阻塞因素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983480" y="18745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主线长期无业务提交，节奏偏教程交付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上游模型协议变更与 SDK 版本错位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 PR 缺少评审人力闭环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生产指标未接入日报，决策缺数据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5668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82296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0584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08760" y="10789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优先修复 #5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13533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在流式与工具回调路径打补丁或升级兼容层，验证 Vue 工程生成。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77393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773936"/>
            <a:ext cx="82296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77393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08760" y="1847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评审合并 #66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508760" y="21214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核对 API Key 配置与安全边界后合并，关闭 Issue #65。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542032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542032"/>
            <a:ext cx="82296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54203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508760" y="261518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落地最小 CI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08760" y="28895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test + 前端 lint/build 作为 PR 门禁，降低静默回归。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310128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3310128"/>
            <a:ext cx="82296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331012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508760" y="33832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指标入报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508760" y="36576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Grafana/Prometheus 导出 3–5 个核心数写入日报固定页。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078224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" y="4078224"/>
            <a:ext cx="82296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407822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508760" y="415137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报告治理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508760" y="44256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合并或关闭堆积 Draft 日报，保留最新一份作为状态源。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3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今日总结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主线稳定于微服务完成态，业务迭代静默；关键动作在缺陷修复与 PR 评审。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81051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能力完备：生成 / 可视化编辑 / 部署 / 管理 / 微服务 / 观测均已落地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近期无业务代码变更；日报自动化持续运行（昨日 #79，今日本报告）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99923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优先事项：#5 修复 → #66 评审 → 最小 CI → 指标入报 → Draft 治理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359359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593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风险焦点：模型协议兼容性与评审闭环；无 CI 放大合并不确定性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文件：docs/reports/project-status-2026-08-10.pptx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2026-08-10</dc:title>
  <dc:subject>AI 零代码应用生成平台项目状态</dc:subject>
  <dc:creator>yu-ai-code-mother 自动化日报</dc:creator>
  <cp:lastModifiedBy>yu-ai-code-mother 自动化日报</cp:lastModifiedBy>
  <cp:revision>1</cp:revision>
  <dcterms:created xsi:type="dcterms:W3CDTF">2026-08-10T09:05:31Z</dcterms:created>
  <dcterms:modified xsi:type="dcterms:W3CDTF">2026-08-10T09:05:31Z</dcterms:modified>
</cp:coreProperties>
</file>