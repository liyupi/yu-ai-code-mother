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600000">
            <a:off x="6766560" y="-914400"/>
            <a:ext cx="5669280" cy="4754880"/>
          </a:xfrm>
          <a:prstGeom prst="arc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0" y="0"/>
            <a:ext cx="4023360" cy="6858000"/>
          </a:xfrm>
          <a:prstGeom prst="rect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F4EF"/>
                </a:solidFill>
              </a:rPr>
              <a:t>AI 零代码应用生成平台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0515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F6FA"/>
                </a:solidFill>
              </a:rPr>
              <a:t>面向项目维护者 / 团队 · 运行日：2026-07-06（北京时间）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74320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0B6F8D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2944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今日结论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337560"/>
            <a:ext cx="4069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BFF"/>
                </a:solidFill>
              </a:rPr>
              <a:t>主干能力完整，近 7 天无新增提交；最近变更主题仍是微服务化、可观测性和稳定性补强。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805672" y="1426464"/>
            <a:ext cx="1371600" cy="704088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05672" y="1426464"/>
            <a:ext cx="-429768" cy="1709928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77272" y="2130552"/>
            <a:ext cx="274320" cy="1527048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3136392"/>
            <a:ext cx="950976" cy="1527048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451592" y="3657600"/>
            <a:ext cx="-1124712" cy="1005840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177272" y="2130552"/>
            <a:ext cx="-850392" cy="2532888"/>
          </a:xfrm>
          <a:prstGeom prst="line">
            <a:avLst/>
          </a:prstGeom>
          <a:noFill/>
          <a:ln w="25400">
            <a:solidFill>
              <a:srgbClr val="9EE7EA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58200" y="1078992"/>
            <a:ext cx="713232" cy="7132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58200" y="1307226"/>
            <a:ext cx="71323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29800" y="1783080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829800" y="2011314"/>
            <a:ext cx="71323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8432" y="2788920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28432" y="3017154"/>
            <a:ext cx="71323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04120" y="3310128"/>
            <a:ext cx="713232" cy="7132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104120" y="3538362"/>
            <a:ext cx="71323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Dubbo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79408" y="4315968"/>
            <a:ext cx="713232" cy="7132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979408" y="4544202"/>
            <a:ext cx="71323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09760" y="6309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5F5F7"/>
                </a:solidFill>
              </a:rPr>
              <a:t>Ocean Gradient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14173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2688" y="1719072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2688" y="1906341"/>
            <a:ext cx="585216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00784" y="1664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00784" y="2011680"/>
            <a:ext cx="3611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面向“用户一句话生成应用”的 AI 零代码平台，覆盖生成、预览、编辑、部署、分享与管理后台。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2788920"/>
            <a:ext cx="585216" cy="5852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2688" y="2976189"/>
            <a:ext cx="585216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00784" y="2743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后端形态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00784" y="3090672"/>
            <a:ext cx="36576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根目录保留完整 Spring Boot 单体；microservice 目录提供 Dubbo + Nacos 的服务化拆分路径。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3858768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" y="4046037"/>
            <a:ext cx="585216" cy="128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00784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00784" y="4160520"/>
            <a:ext cx="36576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Vue 3 + Vite + Ant Design Vue，包含应用对话、可视化编辑、管理端页面与 OpenAPI 客户端。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7FDFE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46520" y="18288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README 明确的核心能力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2440" y="18288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09244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微服务子模块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38360" y="18288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73836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后端测试文件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代码生成链路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3355848"/>
            <a:ext cx="137160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503920" y="3355848"/>
            <a:ext cx="1303020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12680" y="33284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就绪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37960" y="3886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部署/截图能力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3904488"/>
            <a:ext cx="137160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503920" y="3904488"/>
            <a:ext cx="1303020" cy="128016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012680" y="38770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A896"/>
                </a:solidFill>
              </a:rPr>
              <a:t>就绪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537960" y="4434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CI 自动化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453128"/>
            <a:ext cx="137160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503920" y="4453128"/>
            <a:ext cx="205740" cy="128016"/>
          </a:xfrm>
          <a:prstGeom prst="roundRect">
            <a:avLst>
              <a:gd name="adj" fmla="val 21429"/>
            </a:avLst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012680" y="44256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B84B"/>
                </a:solidFill>
              </a:rPr>
              <a:t>未发现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37960" y="507492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611112" y="5157216"/>
            <a:ext cx="1773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 3.5 / Java 21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668512" y="5074920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741664" y="5157216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LangChain4j + LangGraph4j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1600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5840" y="1984248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194926"/>
            <a:ext cx="6583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56232" y="19476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56232" y="2295144"/>
            <a:ext cx="3520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基于需求描述自动选择 HTML、多文件或 Vue 项目策略，并通过工具调用生成代码。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1600200"/>
            <a:ext cx="100584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56248" y="1984248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56248" y="2194926"/>
            <a:ext cx="6583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19476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2295144"/>
            <a:ext cx="3520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生成应用实时预览，编辑模式可选择页面元素并继续对话修改。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100584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13232" y="3886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4270248"/>
            <a:ext cx="658368" cy="6583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480926"/>
            <a:ext cx="6583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56232" y="42336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56232" y="4581144"/>
            <a:ext cx="3520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支持部署到云端、自动截图封面、访问链接分享与源码下载。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3232" y="3886200"/>
            <a:ext cx="100584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38862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56248" y="4270248"/>
            <a:ext cx="658368" cy="65836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56248" y="4480926"/>
            <a:ext cx="658368" cy="14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42336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06640" y="4581144"/>
            <a:ext cx="3520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用户、应用、对话管理，结合限流、监控、精选应用和后台管理页。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3886200"/>
            <a:ext cx="100584" cy="169164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440680" y="3136392"/>
            <a:ext cx="1005840" cy="530352"/>
          </a:xfrm>
          <a:prstGeom prst="chevron">
            <a:avLst/>
          </a:prstGeom>
          <a:solidFill>
            <a:srgbClr val="EAF7F8"/>
          </a:solidFill>
          <a:ln w="12700">
            <a:solidFill>
              <a:srgbClr val="C7E7E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065776" y="331012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从生成到上线闭环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系统版图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1417320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F8FE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0120" y="17190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1880006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27632" y="2066544"/>
            <a:ext cx="17830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src/ + 根 pom.xml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控制器、AI 生成、限流、缓存、监控、MyBatis-Flex 数据访问。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321868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379622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27632" y="3218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前端应用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27632" y="3566160"/>
            <a:ext cx="18745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yu-ai-code-mother-frontend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Vue 3 SPA、可视化编辑、管理后台、OpenAPI 客户端。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" y="46634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4824374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27632" y="46634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27632" y="501091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sql / prometheus / grafana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数据表初始化与 AI 模型监控看板配置。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24528" y="1417320"/>
            <a:ext cx="70225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53712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微服务拆分目标态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572000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065A82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0" y="2642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C7293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72200" y="2642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0" y="242316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00A896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72400" y="2642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36576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00A896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0" y="38770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6576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065A82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72200" y="38770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0" y="36576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1C7293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0" y="38770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72600" y="3657600"/>
            <a:ext cx="1234440" cy="676656"/>
          </a:xfrm>
          <a:prstGeom prst="roundRect">
            <a:avLst>
              <a:gd name="adj" fmla="val 10811"/>
            </a:avLst>
          </a:prstGeom>
          <a:solidFill>
            <a:srgbClr val="21295C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372600" y="38770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screenshot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84648" y="3118104"/>
            <a:ext cx="0" cy="539496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784848" y="3118104"/>
            <a:ext cx="0" cy="539496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385048" y="3118104"/>
            <a:ext cx="-3200400" cy="539496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385048" y="3118104"/>
            <a:ext cx="-1600200" cy="539496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385048" y="3118104"/>
            <a:ext cx="1600200" cy="539496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8385048" y="4352544"/>
            <a:ext cx="-1600200" cy="-694944"/>
          </a:xfrm>
          <a:prstGeom prst="line">
            <a:avLst/>
          </a:prstGeom>
          <a:noFill/>
          <a:ln w="17780">
            <a:solidFill>
              <a:srgbClr val="C7E7E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001000" y="50109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Dubbo + Nacos 跨服务调用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10469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34440" y="2889504"/>
            <a:ext cx="8915400" cy="0"/>
          </a:xfrm>
          <a:prstGeom prst="line">
            <a:avLst/>
          </a:prstGeom>
          <a:noFill/>
          <a:ln w="38100">
            <a:solidFill>
              <a:srgbClr val="C7E7E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24712" y="2642616"/>
            <a:ext cx="402336" cy="40233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24712" y="2771364"/>
            <a:ext cx="402336" cy="8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近 7 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无新增提交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F7185"/>
                </a:solidFill>
              </a:rPr>
              <a:t>截至运行日，git log --since=7 days 无输出。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273552" y="2642616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73552" y="2771364"/>
            <a:ext cx="402336" cy="8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2025-08-26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97480" y="3246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微服务改造完成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F7185"/>
                </a:solidFill>
              </a:rPr>
              <a:t>完成 common/model/client/user/app/ai/screenshot 拆分，并保留完整单体。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422392" y="2642616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22392" y="2771364"/>
            <a:ext cx="402336" cy="8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2025-08-14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可观测性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F7185"/>
                </a:solidFill>
              </a:rPr>
              <a:t>加入 Prometheus 指标与 Grafana AI 模型监控看板。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571232" y="2642616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71232" y="2771364"/>
            <a:ext cx="402336" cy="8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2025-08-14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95160" y="3246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部署上线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F7185"/>
                </a:solidFill>
              </a:rPr>
              <a:t>补充生产配置样例与前端构建脚本。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720072" y="2642616"/>
            <a:ext cx="402336" cy="402336"/>
          </a:xfrm>
          <a:prstGeom prst="ellipse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720072" y="2771364"/>
            <a:ext cx="402336" cy="8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26880" y="2057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2025-08-13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0" y="3246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安全/稳定/成本优化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52560" y="3794760"/>
            <a:ext cx="17373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F7185"/>
                </a:solidFill>
              </a:rPr>
              <a:t>Prompt 审查、重试护轨、防工具循环与路由模型降本。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22960" y="54864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96112" y="5568696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昨日代码层面：未发现新增提交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5486400"/>
            <a:ext cx="2743200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502152" y="5568696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近期主线：架构演进 + 质量护栏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1417320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18105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60120" y="2340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近 7 天提交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30632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60120" y="35935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核心数据表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3159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6012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185"/>
                </a:solidFill>
              </a:rPr>
              <a:t>Prometheus 抓取间隔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1417320"/>
            <a:ext cx="7315200" cy="4526280"/>
          </a:xfrm>
          <a:prstGeom prst="roundRect">
            <a:avLst>
              <a:gd name="adj" fmla="val 1616"/>
            </a:avLst>
          </a:prstGeom>
          <a:solidFill>
            <a:srgbClr val="F9FE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51960" y="17556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当前仓库未包含线上运行快照，建议日报持续接入以下口径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7680" y="2423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AI 调用量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441448"/>
            <a:ext cx="329184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2441448"/>
            <a:ext cx="1382573" cy="128016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92640" y="24140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建议接入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0" y="3063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Token 消耗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081528"/>
            <a:ext cx="329184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63640" y="3081528"/>
            <a:ext cx="1909267" cy="128016"/>
          </a:xfrm>
          <a:prstGeom prst="roundRect">
            <a:avLst>
              <a:gd name="adj" fmla="val 21429"/>
            </a:avLst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92640" y="30540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建议接入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0" y="3703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生成成功率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721608"/>
            <a:ext cx="329184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263640" y="3721608"/>
            <a:ext cx="2370125" cy="128016"/>
          </a:xfrm>
          <a:prstGeom prst="roundRect">
            <a:avLst>
              <a:gd name="adj" fmla="val 21429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692640" y="369417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A896"/>
                </a:solidFill>
              </a:rPr>
              <a:t>建议接入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0" y="4343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应用部署数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361688"/>
            <a:ext cx="3291840" cy="128016"/>
          </a:xfrm>
          <a:prstGeom prst="roundRect">
            <a:avLst>
              <a:gd name="adj" fmla="val 21429"/>
            </a:avLst>
          </a:prstGeom>
          <a:solidFill>
            <a:srgbClr val="D9EE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263640" y="4361688"/>
            <a:ext cx="1119226" cy="128016"/>
          </a:xfrm>
          <a:prstGeom prst="roundRect">
            <a:avLst>
              <a:gd name="adj" fmla="val 21429"/>
            </a:avLst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692640" y="43342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B84B"/>
                </a:solidFill>
              </a:rPr>
              <a:t>建议接入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58400" y="2331720"/>
            <a:ext cx="201168" cy="24231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378440" y="2971800"/>
            <a:ext cx="201168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698480" y="2651760"/>
            <a:ext cx="201168" cy="210312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251960" y="5285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</a:rPr>
              <a:t>指标来源：Actuator / Prometheus / Grafana 配置已具备基础入口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508760"/>
            <a:ext cx="10378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2416" y="167335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2416" y="1807952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17099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后端单体测试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170992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15 个测试文件，覆盖 AI 服务、工作流、工具、解析与截图。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46920" y="1709928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20072" y="1792224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存在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2587752"/>
            <a:ext cx="10378440" cy="749808"/>
          </a:xfrm>
          <a:prstGeom prst="roundRect">
            <a:avLst>
              <a:gd name="adj" fmla="val 9756"/>
            </a:avLst>
          </a:prstGeom>
          <a:solidFill>
            <a:srgbClr val="F7FCFD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42416" y="2752344"/>
            <a:ext cx="420624" cy="42062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2416" y="2886944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2788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前端质量脚本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57600" y="278892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build、type-check、lint、format 可用；未发现 test script。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646920" y="27889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720072" y="2871216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4D"/>
                </a:solidFill>
              </a:rPr>
              <a:t>部分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3666744"/>
            <a:ext cx="10378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416" y="3831336"/>
            <a:ext cx="420624" cy="420624"/>
          </a:xfrm>
          <a:prstGeom prst="ellipse">
            <a:avLst/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2416" y="3965936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38679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微服务测试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57600" y="386791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微服务子模块未发现测试文件。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9646920" y="386791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720072" y="3950208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缺口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4745736"/>
            <a:ext cx="10378440" cy="749808"/>
          </a:xfrm>
          <a:prstGeom prst="roundRect">
            <a:avLst>
              <a:gd name="adj" fmla="val 9756"/>
            </a:avLst>
          </a:prstGeom>
          <a:solidFill>
            <a:srgbClr val="F7FCFD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416" y="4910328"/>
            <a:ext cx="420624" cy="420624"/>
          </a:xfrm>
          <a:prstGeom prst="ellipse">
            <a:avLst/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42416" y="504492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91640" y="49469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CI 工作流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657600" y="4946904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未发现 .github/workflows 或同类 CI 配置。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9646920" y="4946904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720072" y="5029200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缺口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7240" y="5870448"/>
            <a:ext cx="10378440" cy="411480"/>
          </a:xfrm>
          <a:prstGeom prst="roundRect">
            <a:avLst>
              <a:gd name="adj" fmla="val 17778"/>
            </a:avLst>
          </a:prstGeom>
          <a:solidFill>
            <a:srgbClr val="EAF7F8"/>
          </a:solidFill>
          <a:ln w="7620">
            <a:solidFill>
              <a:srgbClr val="C7E7E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87552" y="6007608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本次为文档/PPT 生成任务，未修改业务代码；重点检查 PPT 文本与残留模板词。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1508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24128" y="1856232"/>
            <a:ext cx="548640" cy="548640"/>
          </a:xfrm>
          <a:prstGeom prst="ellipse">
            <a:avLst/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24128" y="2031797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92224" y="1819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运行环境依赖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92224" y="2167128"/>
            <a:ext cx="3611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MySQL、Redis、COS、AI API Key、Pexels、DashScope 等需本地/生产配置，样例值需替换为真实值。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49824" y="1764792"/>
            <a:ext cx="91440" cy="987552"/>
          </a:xfrm>
          <a:prstGeom prst="rect">
            <a:avLst/>
          </a:prstGeom>
          <a:solidFill>
            <a:srgbClr val="D65A5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74536" y="1856232"/>
            <a:ext cx="548640" cy="5486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2031797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42632" y="1819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覆盖缺口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2632" y="2167128"/>
            <a:ext cx="3611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仓库未发现 CI workflow；前端没有自动测试脚本，微服务缺少测试目录。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000232" y="1764792"/>
            <a:ext cx="91440" cy="987552"/>
          </a:xfrm>
          <a:prstGeom prst="rect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13232" y="3794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24128" y="4142232"/>
            <a:ext cx="548640" cy="5486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24128" y="4317797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92224" y="4105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微服务落地复杂度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92224" y="4453128"/>
            <a:ext cx="3611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Dubbo + Nacos 目标态已拆分，但本地联调依赖注册中心和多服务启动顺序。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49824" y="4050792"/>
            <a:ext cx="91440" cy="987552"/>
          </a:xfrm>
          <a:prstGeom prst="rect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37947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74536" y="4142232"/>
            <a:ext cx="548640" cy="54864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74536" y="4317797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42632" y="4105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指标闭环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42632" y="4453128"/>
            <a:ext cx="3611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7185"/>
                </a:solidFill>
              </a:rPr>
              <a:t>已具备 Prometheus/Grafana 配置，但日报级真实运行数据需接入环境采集。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1000232" y="4050792"/>
            <a:ext cx="91440" cy="987552"/>
          </a:xfrm>
          <a:prstGeom prst="rect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148840" y="5806440"/>
            <a:ext cx="5989320" cy="329184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221992" y="5888736"/>
            <a:ext cx="5843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当前阻塞：无代码层面阻塞；主要是环境、自动化与运行数据闭环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155680" y="0"/>
            <a:ext cx="1033272" cy="6858000"/>
          </a:xfrm>
          <a:prstGeom prst="rect">
            <a:avLst/>
          </a:prstGeom>
          <a:solidFill>
            <a:srgbClr val="EAF7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0" y="-320040"/>
            <a:ext cx="2926080" cy="2194560"/>
          </a:xfrm>
          <a:prstGeom prst="arc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58368" y="310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217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195560" y="457200"/>
            <a:ext cx="1225296" cy="411480"/>
          </a:xfrm>
          <a:prstGeom prst="roundRect">
            <a:avLst>
              <a:gd name="adj" fmla="val 15556"/>
            </a:avLst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96144" y="566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2026-07-06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64465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5"/>
                </a:solidFill>
              </a:rPr>
              <a:t>yu-ai-code-mother · 每日项目状态 · 09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1426464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1596177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1353312"/>
            <a:ext cx="9372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874520" y="15361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</a:rPr>
              <a:t>补齐自动化入口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187952" y="15361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新增后端 Maven、前端 type-check/build 的 CI 基线。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68680" y="237744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2547153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00200" y="2304288"/>
            <a:ext cx="9372600" cy="676656"/>
          </a:xfrm>
          <a:prstGeom prst="roundRect">
            <a:avLst>
              <a:gd name="adj" fmla="val 10811"/>
            </a:avLst>
          </a:prstGeom>
          <a:solidFill>
            <a:srgbClr val="F7FCFD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74520" y="24871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</a:rPr>
              <a:t>沉淀运行指标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187952" y="248716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将 AI 调用量、Token、错误率、部署成功率写入日报口径。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68680" y="3328416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3498129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00200" y="3255264"/>
            <a:ext cx="9372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874520" y="34381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</a:rPr>
              <a:t>微服务联调脚本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4187952" y="343814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提供 Nacos/Dubbo 多服务本地启动与健康检查说明。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68680" y="4279392"/>
            <a:ext cx="530352" cy="53035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4449105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00200" y="4206240"/>
            <a:ext cx="9372600" cy="676656"/>
          </a:xfrm>
          <a:prstGeom prst="roundRect">
            <a:avLst>
              <a:gd name="adj" fmla="val 10811"/>
            </a:avLst>
          </a:prstGeom>
          <a:solidFill>
            <a:srgbClr val="F7FCFD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874520" y="43891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</a:rPr>
              <a:t>扩展测试覆盖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4187952" y="4389120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优先覆盖 AppService、AI 路由、部署/下载、截图服务边界。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68680" y="5230368"/>
            <a:ext cx="530352" cy="530352"/>
          </a:xfrm>
          <a:prstGeom prst="ellipse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8680" y="5400081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00200" y="5157216"/>
            <a:ext cx="9372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7620">
            <a:solidFill>
              <a:srgbClr val="C7E7EC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B2239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874520" y="53400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7324D"/>
                </a:solidFill>
              </a:rPr>
              <a:t>配置安全治理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4187952" y="534009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7185"/>
                </a:solidFill>
              </a:rPr>
              <a:t>将密钥样例、生产配置与敏感日志策略整理成维护清单。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33856" y="1938528"/>
            <a:ext cx="0" cy="3794760"/>
          </a:xfrm>
          <a:prstGeom prst="line">
            <a:avLst/>
          </a:prstGeom>
          <a:noFill/>
          <a:ln w="25400">
            <a:solidFill>
              <a:srgbClr val="C7E7EC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600000">
            <a:off x="6766560" y="-914400"/>
            <a:ext cx="5669280" cy="4754880"/>
          </a:xfrm>
          <a:prstGeom prst="arc">
            <a:avLst/>
          </a:prstGeom>
          <a:solidFill>
            <a:srgbClr val="065A82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0" y="0"/>
            <a:ext cx="4023360" cy="6858000"/>
          </a:xfrm>
          <a:prstGeom prst="rect">
            <a:avLst/>
          </a:prstGeom>
          <a:solidFill>
            <a:srgbClr val="1C729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658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04672" y="18288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0D6E8D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0704" y="2176272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60704" y="2345985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能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64792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能力面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64792" y="24871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8FBFF"/>
                </a:solidFill>
              </a:rPr>
              <a:t>生成、编辑、部署、管理与监控基础能力已形成闭环。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04672" y="39776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0D6E8D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0704" y="4325112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0704" y="4494825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64792" y="4233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变化面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4792" y="46360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8FBFF"/>
                </a:solidFill>
              </a:rPr>
              <a:t>近 7 天无提交；最近主线是微服务化和质量治理。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0D6E8D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28232" y="2176272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28232" y="2345985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风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2084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风险面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248716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8FBFF"/>
                </a:solidFill>
              </a:rPr>
              <a:t>CI、微服务测试、运行指标与环境配置是主要待补齐点。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0D6E8D"/>
          </a:solidFill>
          <a:ln w="7620">
            <a:solidFill>
              <a:srgbClr val="C7E7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28232" y="4325112"/>
            <a:ext cx="530352" cy="53035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28232" y="4494825"/>
            <a:ext cx="530352" cy="11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4233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行动面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463600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8FBFF"/>
                </a:solidFill>
              </a:rPr>
              <a:t>优先建立自动化验证和日报指标采集，降低维护不确定性。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86384" y="632764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F5F7"/>
                </a:solidFill>
              </a:rPr>
              <a:t>报告文件：docs/reports/project-status-2026-07-06.pptx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</dc:title>
  <dc:subject>每日项目状态汇报</dc:subject>
  <dc:creator>Cursor Automation</dc:creator>
  <cp:lastModifiedBy>Cursor Automation</cp:lastModifiedBy>
  <cp:revision>1</cp:revision>
  <dcterms:created xsi:type="dcterms:W3CDTF">2026-07-06T09:08:11Z</dcterms:created>
  <dcterms:modified xsi:type="dcterms:W3CDTF">2026-07-06T09:08:11Z</dcterms:modified>
</cp:coreProperties>
</file>