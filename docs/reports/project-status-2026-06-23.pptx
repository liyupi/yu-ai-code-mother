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8851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6858000"/>
          </a:xfrm>
          <a:prstGeom prst="rect">
            <a:avLst/>
          </a:prstGeom>
          <a:solidFill>
            <a:srgbClr val="065A82">
              <a:alpha val="9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-1005840"/>
            <a:ext cx="5212080" cy="5212080"/>
          </a:xfrm>
          <a:prstGeom prst="ellipse">
            <a:avLst/>
          </a:prstGeom>
          <a:solidFill>
            <a:srgbClr val="1C7293">
              <a:alpha val="82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3474720"/>
            <a:ext cx="3566160" cy="3566160"/>
          </a:xfrm>
          <a:prstGeom prst="ellipse">
            <a:avLst/>
          </a:prstGeom>
          <a:solidFill>
            <a:srgbClr val="02C39A">
              <a:alpha val="7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291072"/>
            <a:ext cx="27432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6583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每日项目状态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1792" y="141732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零代码应用生成平台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58368" y="2176272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D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项目维护者汇报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" y="278892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北京时间 2026-06-23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452360" y="960120"/>
            <a:ext cx="3840480" cy="4434840"/>
          </a:xfrm>
          <a:prstGeom prst="roundRect">
            <a:avLst>
              <a:gd name="adj" fmla="val 381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18120" y="1417320"/>
            <a:ext cx="14173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16002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982712" y="2203704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核心能力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436608" y="1417320"/>
            <a:ext cx="14173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73768" y="16002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9601200" y="2203704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18120" y="2926080"/>
            <a:ext cx="14173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0" y="310896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7982712" y="3712464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测试类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436608" y="2926080"/>
            <a:ext cx="14173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73768" y="310896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9601200" y="3712464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工作流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790688" y="48006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状态结论：功能面已覆盖生成、编辑、部署与管理，近期仓库提交活动不活跃；下一步建议聚焦自动化验证与生产配置收口。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7000" y="-868680"/>
            <a:ext cx="2560320" cy="2560320"/>
          </a:xfrm>
          <a:prstGeom prst="ellipse">
            <a:avLst/>
          </a:prstGeom>
          <a:solidFill>
            <a:srgbClr val="DDF3F2">
              <a:alpha val="90000"/>
            </a:srgbClr>
          </a:solidFill>
          <a:ln w="12700">
            <a:solidFill>
              <a:srgbClr val="DDF3F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731520" y="5440680"/>
            <a:ext cx="1920240" cy="1920240"/>
          </a:xfrm>
          <a:prstGeom prst="ellipse">
            <a:avLst/>
          </a:prstGeom>
          <a:solidFill>
            <a:srgbClr val="DDF3F2">
              <a:alpha val="80000"/>
            </a:srgbClr>
          </a:solidFill>
          <a:ln w="12700">
            <a:solidFill>
              <a:srgbClr val="DDF3F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5029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79552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63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685800" y="1572768"/>
            <a:ext cx="4709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1572768"/>
            <a:ext cx="109728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" y="1773936"/>
            <a:ext cx="4297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定位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41832" y="2176272"/>
            <a:ext cx="429768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面向用户自然语言需求，生成可预览、可部署、可下载的网站应用；项目以 AI 开发实战与后端架构设计为主线。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85800" y="3218688"/>
            <a:ext cx="4709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85800" y="3218688"/>
            <a:ext cx="109728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1832" y="3419856"/>
            <a:ext cx="4297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技术底座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41832" y="3822192"/>
            <a:ext cx="429768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后端：Spring Boot 3、Java 21、LangChain4j、LangGraph4j、MyBatis-Flex、Redis、COS、Selenium。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806440" y="1572768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06440" y="1572768"/>
            <a:ext cx="109728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62472" y="1773936"/>
            <a:ext cx="49834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前端体验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062472" y="2176272"/>
            <a:ext cx="498348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TypeScript + Ant Design Vue，覆盖首页创建、对话生成、实时预览、部署弹窗、应用编辑与后台管理。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806440" y="3218688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06440" y="3218688"/>
            <a:ext cx="109728" cy="1417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62472" y="3419856"/>
            <a:ext cx="49834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架构状态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062472" y="3822192"/>
            <a:ext cx="498348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仓库同时保留完整单体应用与微服务改造版本；微服务拆分为 common、model、client、user、app、ai、screenshot。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2926080" y="5632704"/>
            <a:ext cx="6309360" cy="310896"/>
          </a:xfrm>
          <a:prstGeom prst="roundRect">
            <a:avLst>
              <a:gd name="adj" fmla="val 23529"/>
            </a:avLst>
          </a:prstGeom>
          <a:solidFill>
            <a:srgbClr val="DDF3F2"/>
          </a:solidFill>
          <a:ln w="12700">
            <a:solidFill>
              <a:srgbClr val="DDF3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35808" y="5701284"/>
            <a:ext cx="6089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读数范围：README / src / frontend / microservice / git log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数据来源：README / 目录结构 / git log / 配置扫描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6345936"/>
            <a:ext cx="11155680" cy="0"/>
          </a:xfrm>
          <a:prstGeom prst="line">
            <a:avLst/>
          </a:prstGeom>
          <a:noFill/>
          <a:ln w="12700">
            <a:solidFill>
              <a:srgbClr val="CDE9E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7000" y="-868680"/>
            <a:ext cx="2560320" cy="2560320"/>
          </a:xfrm>
          <a:prstGeom prst="ellipse">
            <a:avLst/>
          </a:prstGeom>
          <a:solidFill>
            <a:srgbClr val="DDF3F2">
              <a:alpha val="90000"/>
            </a:srgbClr>
          </a:solidFill>
          <a:ln w="12700">
            <a:solidFill>
              <a:srgbClr val="DDF3F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731520" y="5440680"/>
            <a:ext cx="1920240" cy="1920240"/>
          </a:xfrm>
          <a:prstGeom prst="ellipse">
            <a:avLst/>
          </a:prstGeom>
          <a:solidFill>
            <a:srgbClr val="DDF3F2">
              <a:alpha val="80000"/>
            </a:srgbClr>
          </a:solidFill>
          <a:ln w="12700">
            <a:solidFill>
              <a:srgbClr val="DDF3F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5029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CAPABILITIES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79552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63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当前能力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868680" y="1591056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68249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90472" y="157276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智能代码生成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90472" y="186537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根据提示词选择生成类型，支持 HTML、多文件与 Vue 项目生成，并通过 SSE 实时输出执行过程。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8680" y="2596896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68833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90472" y="257860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可视化编辑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90472" y="287121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应用预览区支持编辑模式，前端可收集选中元素信息并把上下文带回 AI 对话修改。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68680" y="3602736"/>
            <a:ext cx="475488" cy="47548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69417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90472" y="358444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部署与下载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90472" y="38770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提供部署接口、部署成功弹窗、静态资源访问、封面截图与项目源码 ZIP 下载能力。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68680" y="4608576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70001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90472" y="459028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企业级管理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90472" y="48828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覆盖用户、应用、聊天历史、精选应用、权限校验、限流、缓存和监控端点等管理能力。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812280" y="1444752"/>
            <a:ext cx="4297680" cy="434340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150608" y="17556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能力闭环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543800" y="242316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EAF7F6"/>
          </a:solidFill>
          <a:ln w="12700">
            <a:solidFill>
              <a:srgbClr val="BFE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89520" y="2596896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需求输入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144000" y="242316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EAF7F6"/>
          </a:solidFill>
          <a:ln w="12700">
            <a:solidFill>
              <a:srgbClr val="BFE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89720" y="2596896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144000" y="379476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EAF7F6"/>
          </a:solidFill>
          <a:ln w="12700">
            <a:solidFill>
              <a:srgbClr val="BFE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89720" y="3968496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实时预览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543800" y="379476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EAF7F6"/>
          </a:solidFill>
          <a:ln w="12700">
            <a:solidFill>
              <a:srgbClr val="BFE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3968496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部署分享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796528" y="2706624"/>
            <a:ext cx="347472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756648" y="2999232"/>
            <a:ext cx="0" cy="749808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144000" y="4078224"/>
            <a:ext cx="-347472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156448" y="3794760"/>
            <a:ext cx="0" cy="-749808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502920" y="6473952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数据来源：README / 目录结构 / git log / 配置扫描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02920" y="6345936"/>
            <a:ext cx="11155680" cy="0"/>
          </a:xfrm>
          <a:prstGeom prst="line">
            <a:avLst/>
          </a:prstGeom>
          <a:noFill/>
          <a:ln w="12700">
            <a:solidFill>
              <a:srgbClr val="CDE9E8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7000" y="-868680"/>
            <a:ext cx="2560320" cy="2560320"/>
          </a:xfrm>
          <a:prstGeom prst="ellipse">
            <a:avLst/>
          </a:prstGeom>
          <a:solidFill>
            <a:srgbClr val="DDF3F2">
              <a:alpha val="90000"/>
            </a:srgbClr>
          </a:solidFill>
          <a:ln w="12700">
            <a:solidFill>
              <a:srgbClr val="DDF3F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731520" y="5440680"/>
            <a:ext cx="1920240" cy="1920240"/>
          </a:xfrm>
          <a:prstGeom prst="ellipse">
            <a:avLst/>
          </a:prstGeom>
          <a:solidFill>
            <a:srgbClr val="DDF3F2">
              <a:alpha val="80000"/>
            </a:srgbClr>
          </a:solidFill>
          <a:ln w="12700">
            <a:solidFill>
              <a:srgbClr val="DDF3F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5029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MAP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79552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63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主要模块与架构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685800" y="1536192"/>
            <a:ext cx="3429000" cy="4096512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1536192"/>
            <a:ext cx="109728" cy="409651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" y="1737360"/>
            <a:ext cx="30175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前端应用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41832" y="2139696"/>
            <a:ext cx="3017520" cy="3346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/ TypeScript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 Design Vue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Pinia / Router / Axios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页面：Home、Chat、Edit、Admin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462272" y="1536192"/>
            <a:ext cx="3429000" cy="4096512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62272" y="1536192"/>
            <a:ext cx="109728" cy="409651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18304" y="1737360"/>
            <a:ext cx="30175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单体后端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18304" y="2139696"/>
            <a:ext cx="3017520" cy="3346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 / Java 21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/ Service / Mapper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工作流、工具调用、部署下载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监控与限流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0" y="1536192"/>
            <a:ext cx="3429000" cy="4096512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0" y="1536192"/>
            <a:ext cx="109728" cy="409651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1737360"/>
            <a:ext cx="30175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微服务版本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85632" y="2139696"/>
            <a:ext cx="3017520" cy="3346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/ model / client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app / ai / screenshot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+ Nacos 跨服务调用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模块边界已成型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114800" y="3456432"/>
            <a:ext cx="320040" cy="0"/>
          </a:xfrm>
          <a:prstGeom prst="line">
            <a:avLst/>
          </a:prstGeom>
          <a:noFill/>
          <a:ln w="381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891272" y="3456432"/>
            <a:ext cx="320040" cy="0"/>
          </a:xfrm>
          <a:prstGeom prst="line">
            <a:avLst/>
          </a:prstGeom>
          <a:noFill/>
          <a:ln w="381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520440" y="5989320"/>
            <a:ext cx="5120640" cy="310896"/>
          </a:xfrm>
          <a:prstGeom prst="roundRect">
            <a:avLst>
              <a:gd name="adj" fmla="val 23529"/>
            </a:avLst>
          </a:prstGeom>
          <a:solidFill>
            <a:srgbClr val="DDF3F2"/>
          </a:solidFill>
          <a:ln w="12700">
            <a:solidFill>
              <a:srgbClr val="DDF3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30168" y="6057900"/>
            <a:ext cx="4901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/ MySQL / COS / Selenium / Prometheus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数据来源：README / 目录结构 / git log / 配置扫描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" y="6345936"/>
            <a:ext cx="11155680" cy="0"/>
          </a:xfrm>
          <a:prstGeom prst="line">
            <a:avLst/>
          </a:prstGeom>
          <a:noFill/>
          <a:ln w="12700">
            <a:solidFill>
              <a:srgbClr val="CDE9E8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7000" y="-868680"/>
            <a:ext cx="2560320" cy="2560320"/>
          </a:xfrm>
          <a:prstGeom prst="ellipse">
            <a:avLst/>
          </a:prstGeom>
          <a:solidFill>
            <a:srgbClr val="DDF3F2">
              <a:alpha val="90000"/>
            </a:srgbClr>
          </a:solidFill>
          <a:ln w="12700">
            <a:solidFill>
              <a:srgbClr val="DDF3F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731520" y="5440680"/>
            <a:ext cx="1920240" cy="1920240"/>
          </a:xfrm>
          <a:prstGeom prst="ellipse">
            <a:avLst/>
          </a:prstGeom>
          <a:solidFill>
            <a:srgbClr val="DDF3F2">
              <a:alpha val="80000"/>
            </a:srgbClr>
          </a:solidFill>
          <a:ln w="12700">
            <a:solidFill>
              <a:srgbClr val="DDF3F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5029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CHANGES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79552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63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昨日 / 近期变更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1097280" y="1920240"/>
            <a:ext cx="9875520" cy="0"/>
          </a:xfrm>
          <a:prstGeom prst="line">
            <a:avLst/>
          </a:prstGeom>
          <a:noFill/>
          <a:ln w="38100">
            <a:solidFill>
              <a:srgbClr val="BFE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63040" y="1682496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63040" y="177393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2331720"/>
            <a:ext cx="2057400" cy="2148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" y="2331720"/>
            <a:ext cx="109728" cy="2148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8992" y="2532888"/>
            <a:ext cx="16459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无提交记录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78992" y="2935224"/>
            <a:ext cx="1645920" cy="1399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本次报告未发现过去 7 天代码变更。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703320" y="1682496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3320" y="177393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063240" y="2331720"/>
            <a:ext cx="2057400" cy="2148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063240" y="2331720"/>
            <a:ext cx="109728" cy="2148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9272" y="2532888"/>
            <a:ext cx="16459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微服务改造完成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319272" y="2935224"/>
            <a:ext cx="1645920" cy="1399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新增/迁移 120 个文件，完成 user、app、ai、screenshot 等模块拆分。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943600" y="1682496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7393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03520" y="2331720"/>
            <a:ext cx="2057400" cy="2148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303520" y="2331720"/>
            <a:ext cx="109728" cy="2148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59552" y="2532888"/>
            <a:ext cx="16459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+ Nacos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559552" y="2935224"/>
            <a:ext cx="1645920" cy="1399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跨服务调用、内部服务接口与应用/用户/截图服务中间态提交收束。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8183880" y="1682496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83880" y="177393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543800" y="2331720"/>
            <a:ext cx="2057400" cy="2148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543800" y="2331720"/>
            <a:ext cx="109728" cy="2148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99832" y="2532888"/>
            <a:ext cx="16459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可观测性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799832" y="2935224"/>
            <a:ext cx="1645920" cy="1399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2025-08-14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加入 Prometheus 暴露、Grafana 配置、AI 模型指标采集与监听器。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10424160" y="1682496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424160" y="177393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784080" y="2331720"/>
            <a:ext cx="2057400" cy="2148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784080" y="2331720"/>
            <a:ext cx="109728" cy="2148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040112" y="2532888"/>
            <a:ext cx="16459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部署上线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10040112" y="2935224"/>
            <a:ext cx="1645920" cy="1399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2025-08-14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增加生产样例配置、前端生产环境配置与部署相关调整。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914400" y="51023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提示：最近 12 个提交均来自教程阶段推进，本页以 git log 记录为准。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02920" y="6473952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数据来源：README / 目录结构 / git log / 配置扫描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02920" y="6345936"/>
            <a:ext cx="11155680" cy="0"/>
          </a:xfrm>
          <a:prstGeom prst="line">
            <a:avLst/>
          </a:prstGeom>
          <a:noFill/>
          <a:ln w="12700">
            <a:solidFill>
              <a:srgbClr val="CDE9E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7000" y="-868680"/>
            <a:ext cx="2560320" cy="2560320"/>
          </a:xfrm>
          <a:prstGeom prst="ellipse">
            <a:avLst/>
          </a:prstGeom>
          <a:solidFill>
            <a:srgbClr val="DDF3F2">
              <a:alpha val="90000"/>
            </a:srgbClr>
          </a:solidFill>
          <a:ln w="12700">
            <a:solidFill>
              <a:srgbClr val="DDF3F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731520" y="5440680"/>
            <a:ext cx="1920240" cy="1920240"/>
          </a:xfrm>
          <a:prstGeom prst="ellipse">
            <a:avLst/>
          </a:prstGeom>
          <a:solidFill>
            <a:srgbClr val="DDF3F2">
              <a:alpha val="80000"/>
            </a:srgbClr>
          </a:solidFill>
          <a:ln w="12700">
            <a:solidFill>
              <a:srgbClr val="DDF3F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5029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SNAPSHOT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79552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63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 / 指标要点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777240" y="1572768"/>
            <a:ext cx="20116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41832" y="2359152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063240" y="1572768"/>
            <a:ext cx="20116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348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227832" y="2359152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源码相关文件扫描项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349240" y="1572768"/>
            <a:ext cx="20116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0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5513832" y="2359152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测试类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635240" y="1572768"/>
            <a:ext cx="20116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799832" y="2359152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 Controller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921240" y="1572768"/>
            <a:ext cx="20116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0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10085832" y="2359152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工作流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68680" y="3273552"/>
            <a:ext cx="51663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68680" y="3273552"/>
            <a:ext cx="109728" cy="1600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24712" y="3474720"/>
            <a:ext cx="47548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指标解读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124712" y="3877056"/>
            <a:ext cx="4754880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当前指标来自静态仓库扫描，可作为日报趋势基线。建议后续接入真实运行数据：应用生成量、部署成功率、AI 调用成本、平均生成时延、错误率。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446520" y="3273552"/>
            <a:ext cx="4800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46520" y="3273552"/>
            <a:ext cx="109728" cy="1600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2552" y="3474720"/>
            <a:ext cx="43891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 / CI 状态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6702552" y="3877056"/>
            <a:ext cx="4389120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.github/workflows。后端具备 spring-boot-starter-test 与测试类；前端具备 build、type-check、lint 脚本，但仓库内无最新自动化运行记录。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3063240" y="5532120"/>
            <a:ext cx="6263640" cy="310896"/>
          </a:xfrm>
          <a:prstGeom prst="roundRect">
            <a:avLst>
              <a:gd name="adj" fmla="val 23529"/>
            </a:avLst>
          </a:prstGeom>
          <a:solidFill>
            <a:srgbClr val="DDF3F2"/>
          </a:solidFill>
          <a:ln w="12700">
            <a:solidFill>
              <a:srgbClr val="DDF3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72968" y="5600700"/>
            <a:ext cx="6044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本次报告未执行业务测试，仅验证 PPT 生成与文本占位符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2920" y="6473952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数据来源：README / 目录结构 / git log / 配置扫描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6345936"/>
            <a:ext cx="11155680" cy="0"/>
          </a:xfrm>
          <a:prstGeom prst="line">
            <a:avLst/>
          </a:prstGeom>
          <a:noFill/>
          <a:ln w="12700">
            <a:solidFill>
              <a:srgbClr val="CDE9E8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7000" y="-868680"/>
            <a:ext cx="2560320" cy="2560320"/>
          </a:xfrm>
          <a:prstGeom prst="ellipse">
            <a:avLst/>
          </a:prstGeom>
          <a:solidFill>
            <a:srgbClr val="DDF3F2">
              <a:alpha val="90000"/>
            </a:srgbClr>
          </a:solidFill>
          <a:ln w="12700">
            <a:solidFill>
              <a:srgbClr val="DDF3F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731520" y="5440680"/>
            <a:ext cx="1920240" cy="1920240"/>
          </a:xfrm>
          <a:prstGeom prst="ellipse">
            <a:avLst/>
          </a:prstGeom>
          <a:solidFill>
            <a:srgbClr val="DDF3F2">
              <a:alpha val="80000"/>
            </a:srgbClr>
          </a:solidFill>
          <a:ln w="12700">
            <a:solidFill>
              <a:srgbClr val="DDF3F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5029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BLOCKERS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79552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63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风险与阻塞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804672" y="1527048"/>
            <a:ext cx="475488" cy="475488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6184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26464" y="1508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配置安全与落地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26464" y="180136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application.yml 中包含本地 MySQL、Redis、AI Key、COS、DashScope、Pexels 等样例配置，生产密钥和环境隔离需要持续校验。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" y="2368296"/>
            <a:ext cx="475488" cy="475488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45973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26464" y="23500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自动化质量缺口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26464" y="264261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CI 工作流；AI、截图、浏览器、外部图片搜索相关测试可能依赖外部服务，稳定回归能力不足。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4672" y="32095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30098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26464" y="3191256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单体与微服务并存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26464" y="348386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两套后端结构并行存在，后续需要明确主线交付路径、配置口径和部署拓扑，避免重复维护成本。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4672" y="4050792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414223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26464" y="4032504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成本与稳定性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26464" y="432511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流式生成、多模型路由、重试与质量检查会放大 Token 成本；需要指标闭环和限流策略持续验证。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4672" y="4892040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" y="498348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26464" y="48737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运维依赖复杂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26464" y="516636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部署、截图、对象存储、Redis、Nacos/Dubbo 等链路较长，端到端可用性需要环境化验证。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数据来源：README / 目录结构 / git log / 配置扫描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2920" y="6345936"/>
            <a:ext cx="11155680" cy="0"/>
          </a:xfrm>
          <a:prstGeom prst="line">
            <a:avLst/>
          </a:prstGeom>
          <a:noFill/>
          <a:ln w="12700">
            <a:solidFill>
              <a:srgbClr val="CDE9E8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7000" y="-868680"/>
            <a:ext cx="2560320" cy="2560320"/>
          </a:xfrm>
          <a:prstGeom prst="ellipse">
            <a:avLst/>
          </a:prstGeom>
          <a:solidFill>
            <a:srgbClr val="DDF3F2">
              <a:alpha val="90000"/>
            </a:srgbClr>
          </a:solidFill>
          <a:ln w="12700">
            <a:solidFill>
              <a:srgbClr val="DDF3F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731520" y="5440680"/>
            <a:ext cx="1920240" cy="1920240"/>
          </a:xfrm>
          <a:prstGeom prst="ellipse">
            <a:avLst/>
          </a:prstGeom>
          <a:solidFill>
            <a:srgbClr val="DDF3F2">
              <a:alpha val="80000"/>
            </a:srgbClr>
          </a:solidFill>
          <a:ln w="12700">
            <a:solidFill>
              <a:srgbClr val="DDF3F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5029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ACTIONS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79552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63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建议下一步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777240" y="1536192"/>
            <a:ext cx="347472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1536192"/>
            <a:ext cx="109728" cy="1508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33272" y="1737360"/>
            <a:ext cx="3063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建立 CI 基线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33272" y="2139696"/>
            <a:ext cx="3063240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新增后端 Maven 测试、前端 type-check/build/lint 的 GitHub Actions；对外部依赖测试做分组或 mock。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480560" y="1536192"/>
            <a:ext cx="347472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80560" y="1536192"/>
            <a:ext cx="109728" cy="1508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6592" y="1737360"/>
            <a:ext cx="3063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收口环境配置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36592" y="2139696"/>
            <a:ext cx="3063240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把生产样例、AI Key、COS、DashScope、Pexels、Redis/MySQL 等配置统一为环境变量和样例文档。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83880" y="1536192"/>
            <a:ext cx="324612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83880" y="1536192"/>
            <a:ext cx="109728" cy="15087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39912" y="1737360"/>
            <a:ext cx="28346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明确架构主线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39912" y="2139696"/>
            <a:ext cx="2834640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决定单体与微服务的维护边界，补充模块启动顺序、Nacos/Dubbo 依赖和部署拓扑说明。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143000" y="3657600"/>
            <a:ext cx="47091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143000" y="3657600"/>
            <a:ext cx="109728" cy="15087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99032" y="3858768"/>
            <a:ext cx="4297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建立产品指标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399032" y="4261104"/>
            <a:ext cx="4297680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记录生成请求量、成功率、部署成功率、平均生成耗时、错误类型和 AI 成本，形成日报可观测数据源。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355080" y="3657600"/>
            <a:ext cx="47091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  <a:effectLst>
            <a:outerShdw sx="100000" sy="100000" kx="0" ky="0" algn="bl" rotWithShape="0" blurRad="12700" dist="12700" dir="2700000">
              <a:srgbClr val="6C8E95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55080" y="3657600"/>
            <a:ext cx="109728" cy="1508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11112" y="3858768"/>
            <a:ext cx="4297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强化端到端验证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611112" y="4261104"/>
            <a:ext cx="4297680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覆盖创建应用 → 对话生成 → 预览编辑 → 部署 → 下载代码 → 管理后台的关键路径。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数据来源：README / 目录结构 / git log / 配置扫描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2920" y="6345936"/>
            <a:ext cx="11155680" cy="0"/>
          </a:xfrm>
          <a:prstGeom prst="line">
            <a:avLst/>
          </a:prstGeom>
          <a:noFill/>
          <a:ln w="12700">
            <a:solidFill>
              <a:srgbClr val="CDE9E8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87000" y="-868680"/>
            <a:ext cx="2560320" cy="2560320"/>
          </a:xfrm>
          <a:prstGeom prst="ellipse">
            <a:avLst/>
          </a:prstGeom>
          <a:solidFill>
            <a:srgbClr val="DDF3F2">
              <a:alpha val="90000"/>
            </a:srgbClr>
          </a:solidFill>
          <a:ln w="12700">
            <a:solidFill>
              <a:srgbClr val="DDF3F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731520" y="5440680"/>
            <a:ext cx="1920240" cy="1920240"/>
          </a:xfrm>
          <a:prstGeom prst="ellipse">
            <a:avLst/>
          </a:prstGeom>
          <a:solidFill>
            <a:srgbClr val="DDF3F2">
              <a:alpha val="80000"/>
            </a:srgbClr>
          </a:solidFill>
          <a:ln w="12700">
            <a:solidFill>
              <a:srgbClr val="DDF3F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5029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79552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63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868680" y="1481328"/>
            <a:ext cx="10469880" cy="448056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6ED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4440" y="1783080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4440" y="1874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856232" y="181051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34440" y="2487168"/>
            <a:ext cx="2697480" cy="502920"/>
          </a:xfrm>
          <a:prstGeom prst="roundRect">
            <a:avLst>
              <a:gd name="adj" fmla="val 14545"/>
            </a:avLst>
          </a:prstGeom>
          <a:solidFill>
            <a:srgbClr val="EAF7F6"/>
          </a:solidFill>
          <a:ln w="12700">
            <a:solidFill>
              <a:srgbClr val="BFE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62456" y="2642616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缺少 CI 工作流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234440" y="3255264"/>
            <a:ext cx="2697480" cy="502920"/>
          </a:xfrm>
          <a:prstGeom prst="roundRect">
            <a:avLst>
              <a:gd name="adj" fmla="val 14545"/>
            </a:avLst>
          </a:prstGeom>
          <a:solidFill>
            <a:srgbClr val="EAF7F6"/>
          </a:solidFill>
          <a:ln w="12700">
            <a:solidFill>
              <a:srgbClr val="BFE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62456" y="3410712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测试依赖分层未固化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234440" y="4023360"/>
            <a:ext cx="2697480" cy="502920"/>
          </a:xfrm>
          <a:prstGeom prst="roundRect">
            <a:avLst>
              <a:gd name="adj" fmla="val 14545"/>
            </a:avLst>
          </a:prstGeom>
          <a:solidFill>
            <a:srgbClr val="EAF7F6"/>
          </a:solidFill>
          <a:ln w="12700">
            <a:solidFill>
              <a:srgbClr val="BFE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2456" y="4178808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报告指标仍需自动采集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0" y="1783080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0" y="1874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193792" y="181051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产品化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572000" y="2487168"/>
            <a:ext cx="2697480" cy="502920"/>
          </a:xfrm>
          <a:prstGeom prst="roundRect">
            <a:avLst>
              <a:gd name="adj" fmla="val 14545"/>
            </a:avLst>
          </a:prstGeom>
          <a:solidFill>
            <a:srgbClr val="EAF7F6"/>
          </a:solidFill>
          <a:ln w="12700">
            <a:solidFill>
              <a:srgbClr val="BFE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0016" y="2642616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精选案例与运营指标待接入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0" y="3255264"/>
            <a:ext cx="2697480" cy="502920"/>
          </a:xfrm>
          <a:prstGeom prst="roundRect">
            <a:avLst>
              <a:gd name="adj" fmla="val 14545"/>
            </a:avLst>
          </a:prstGeom>
          <a:solidFill>
            <a:srgbClr val="EAF7F6"/>
          </a:solidFill>
          <a:ln w="12700">
            <a:solidFill>
              <a:srgbClr val="BFE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00016" y="3410712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可视化编辑体验需持续验证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0" y="4023360"/>
            <a:ext cx="2697480" cy="502920"/>
          </a:xfrm>
          <a:prstGeom prst="roundRect">
            <a:avLst>
              <a:gd name="adj" fmla="val 14545"/>
            </a:avLst>
          </a:prstGeom>
          <a:solidFill>
            <a:srgbClr val="EAF7F6"/>
          </a:solidFill>
          <a:ln w="12700">
            <a:solidFill>
              <a:srgbClr val="BFE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0016" y="4178808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应用模板/生成类型可继续扩展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909560" y="1783080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09560" y="1874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531352" y="181051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运维化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7909560" y="2487168"/>
            <a:ext cx="2697480" cy="502920"/>
          </a:xfrm>
          <a:prstGeom prst="roundRect">
            <a:avLst>
              <a:gd name="adj" fmla="val 14545"/>
            </a:avLst>
          </a:prstGeom>
          <a:solidFill>
            <a:srgbClr val="EAF7F6"/>
          </a:solidFill>
          <a:ln w="12700">
            <a:solidFill>
              <a:srgbClr val="BFE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37576" y="2642616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微服务部署说明待完善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909560" y="3255264"/>
            <a:ext cx="2697480" cy="502920"/>
          </a:xfrm>
          <a:prstGeom prst="roundRect">
            <a:avLst>
              <a:gd name="adj" fmla="val 14545"/>
            </a:avLst>
          </a:prstGeom>
          <a:solidFill>
            <a:srgbClr val="EAF7F6"/>
          </a:solidFill>
          <a:ln w="12700">
            <a:solidFill>
              <a:srgbClr val="BFE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37576" y="3410712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Nacos/Dubbo 环境校验待自动化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909560" y="4023360"/>
            <a:ext cx="2697480" cy="502920"/>
          </a:xfrm>
          <a:prstGeom prst="roundRect">
            <a:avLst>
              <a:gd name="adj" fmla="val 14545"/>
            </a:avLst>
          </a:prstGeom>
          <a:solidFill>
            <a:srgbClr val="EAF7F6"/>
          </a:solidFill>
          <a:ln w="12700">
            <a:solidFill>
              <a:srgbClr val="BFE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37576" y="4178808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成本与限流看板需闭环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2920" y="6473952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74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数据来源：README / 目录结构 / git log / 配置扫描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6345936"/>
            <a:ext cx="11155680" cy="0"/>
          </a:xfrm>
          <a:prstGeom prst="line">
            <a:avLst/>
          </a:prstGeom>
          <a:noFill/>
          <a:ln w="12700">
            <a:solidFill>
              <a:srgbClr val="CDE9E8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8851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6858000"/>
          </a:xfrm>
          <a:prstGeom prst="rect">
            <a:avLst/>
          </a:prstGeom>
          <a:solidFill>
            <a:srgbClr val="065A82">
              <a:alpha val="9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-1005840"/>
            <a:ext cx="5212080" cy="5212080"/>
          </a:xfrm>
          <a:prstGeom prst="ellipse">
            <a:avLst/>
          </a:prstGeom>
          <a:solidFill>
            <a:srgbClr val="1C7293">
              <a:alpha val="82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3474720"/>
            <a:ext cx="3566160" cy="3566160"/>
          </a:xfrm>
          <a:prstGeom prst="ellipse">
            <a:avLst/>
          </a:prstGeom>
          <a:solidFill>
            <a:srgbClr val="02C39A">
              <a:alpha val="75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6291072"/>
            <a:ext cx="27432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6583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13716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能力闭环已成型，下一阶段重点是工程化与可观测闭环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786384" y="306324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315468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308152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保持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240280" y="308152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DF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生成、编辑、部署、管理四大产品能力已在代码结构中体现。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786384" y="3813048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9044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831336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240280" y="383133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DF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CI、测试分层、配置文档、真实业务指标仍是维护者优先级。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86384" y="4562856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465429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聚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811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聚焦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240280" y="458114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DF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用端到端路径和运行指标验证微服务改造后的交付可靠性。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8641080" y="1920240"/>
            <a:ext cx="2514600" cy="2514600"/>
          </a:xfrm>
          <a:prstGeom prst="roundRect">
            <a:avLst>
              <a:gd name="adj" fmla="val 7273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87968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2026-06-23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887968" y="3090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DDF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日报文件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DDF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docs/reports/project-status-2026-06-23.pptx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零代码应用生成平台每日项目状态</dc:title>
  <dc:subject>每日项目状态汇报</dc:subject>
  <dc:creator>Cursor Automation</dc:creator>
  <cp:lastModifiedBy>Cursor Automation</cp:lastModifiedBy>
  <cp:revision>1</cp:revision>
  <dcterms:created xsi:type="dcterms:W3CDTF">2026-06-23T09:06:46Z</dcterms:created>
  <dcterms:modified xsi:type="dcterms:W3CDTF">2026-06-23T09:06:46Z</dcterms:modified>
</cp:coreProperties>
</file>