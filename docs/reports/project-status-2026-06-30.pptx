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065A82">
              <a:alpha val="9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9728"/>
            <a:ext cx="4206240" cy="4206240"/>
          </a:xfrm>
          <a:prstGeom prst="arc">
            <a:avLst/>
          </a:prstGeom>
          <a:noFill/>
          <a:ln w="381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14032" y="310896"/>
            <a:ext cx="4617720" cy="4617720"/>
          </a:xfrm>
          <a:prstGeom prst="arc">
            <a:avLst/>
          </a:prstGeom>
          <a:noFill/>
          <a:ln w="254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7293">
              <a:alpha val="9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713232"/>
            <a:ext cx="15087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80467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每日项目状态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1325880"/>
            <a:ext cx="6766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8F3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13232" y="1874520"/>
            <a:ext cx="6583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项目状态汇报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749808" y="2697480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面向维护者/团队 · 运行日：2026-06-30（北京时间）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9808" y="3977640"/>
            <a:ext cx="20574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09651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914400" y="456285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核心产品能力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482803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 · 编辑 · 部署 · 管理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017520" y="3977640"/>
            <a:ext cx="20574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182112" y="409651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3182112" y="456285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微服务模块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82112" y="482803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common/model/client/user/app/ai/screenshot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85232" y="3977640"/>
            <a:ext cx="205740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49824" y="409651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5449824" y="4562856"/>
            <a:ext cx="1728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测试文件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9824" y="482803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根项目已有测试资产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09560" y="3840480"/>
            <a:ext cx="3401568" cy="1389888"/>
          </a:xfrm>
          <a:prstGeom prst="roundRect">
            <a:avLst>
              <a:gd name="adj" fmla="val 921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93024" y="41330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今日判断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93024" y="4526280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8F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能力版图已成型；最近 7 天未发现主干业务代码变更，重点转向工程化补齐与运行数据沉淀。</a:t>
            </a:r>
            <a:endParaRPr lang="en-US" sz="1380" dirty="0"/>
          </a:p>
        </p:txBody>
      </p:sp>
      <p:sp>
        <p:nvSpPr>
          <p:cNvPr id="27" name="Text 25"/>
          <p:cNvSpPr/>
          <p:nvPr/>
        </p:nvSpPr>
        <p:spPr>
          <a:xfrm>
            <a:off x="11137392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463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2912" y="201168"/>
            <a:ext cx="2331720" cy="2331720"/>
          </a:xfrm>
          <a:prstGeom prst="arc">
            <a:avLst/>
          </a:prstGeom>
          <a:noFill/>
          <a:ln w="25400">
            <a:solidFill>
              <a:srgbClr val="B8DDE1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README 与模块结构归纳：平台面向“需求输入 → AI 生成 → 预览编辑 → 部署分享 → 管理监控”的闭环。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29800" y="429768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53035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1572768"/>
            <a:ext cx="21488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169164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3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77824" y="21579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后端基础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4231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+ MyBatis-Flex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27248" y="1572768"/>
            <a:ext cx="21488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69164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3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3291840" y="21579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前端基础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4231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+ Ant Design Vue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41264" y="1572768"/>
            <a:ext cx="21488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05856" y="169164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LangChain4j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5705856" y="21579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编排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05856" y="24231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流式输出 + 工具调用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55280" y="1572768"/>
            <a:ext cx="21488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19872" y="1691640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Prometheus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8119872" y="2157984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监控接入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19872" y="2423160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Actuator 指标端点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" y="3154680"/>
            <a:ext cx="10844784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340156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端到端业务链路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14400" y="3858768"/>
            <a:ext cx="186903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4128" y="39776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60704" y="4270248"/>
            <a:ext cx="157642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用户输入需求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2765146" y="4160520"/>
            <a:ext cx="201168" cy="237744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84602" y="3858768"/>
            <a:ext cx="1869034" cy="841248"/>
          </a:xfrm>
          <a:prstGeom prst="roundRect">
            <a:avLst>
              <a:gd name="adj" fmla="val 8696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94330" y="39776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130906" y="4270248"/>
            <a:ext cx="157642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路由生成策略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835347" y="4160520"/>
            <a:ext cx="201168" cy="237744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054803" y="3858768"/>
            <a:ext cx="186903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64531" y="39776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201107" y="4270248"/>
            <a:ext cx="157642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代码文件保存与解析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905549" y="4160520"/>
            <a:ext cx="201168" cy="237744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25005" y="3858768"/>
            <a:ext cx="1869034" cy="841248"/>
          </a:xfrm>
          <a:prstGeom prst="roundRect">
            <a:avLst>
              <a:gd name="adj" fmla="val 8696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34733" y="39776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271309" y="4270248"/>
            <a:ext cx="157642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网页预览与编辑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8975750" y="4160520"/>
            <a:ext cx="201168" cy="237744"/>
          </a:xfrm>
          <a:prstGeom prst="chevron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195206" y="3858768"/>
            <a:ext cx="1869034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304934" y="39776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341510" y="4270248"/>
            <a:ext cx="1576426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部署分享与源码下载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950976" y="5010912"/>
            <a:ext cx="987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当前定位：教学型全栈 AI 代码生成平台，已覆盖用户侧生成体验、管理侧运营能力和后台监控基础。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463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2912" y="201168"/>
            <a:ext cx="2331720" cy="2331720"/>
          </a:xfrm>
          <a:prstGeom prst="arc">
            <a:avLst/>
          </a:prstGeom>
          <a:noFill/>
          <a:ln w="25400">
            <a:solidFill>
              <a:srgbClr val="B8DDE1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明确的 4 大能力仍是产品主线，前后端模块均围绕这条链路展开。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29800" y="429768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53035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141732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161848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0992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90472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1832" y="2039112"/>
            <a:ext cx="4800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输入需求后由 AI 分析生成策略，通过工具调用产出 HTML、多文件或 Vue 项目，并以 SSE/流式响应展示执行过程。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263640" y="141732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64808" y="161848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170992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0" y="1618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039112"/>
            <a:ext cx="4800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生成结果可实时预览，前端具备 visualEditor 工具与对话页布局，为元素选择和 AI 二次修改提供基础。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13232" y="288036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3081528"/>
            <a:ext cx="420624" cy="42062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17296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90472" y="3081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32" y="3502152"/>
            <a:ext cx="4800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后端包含部署、截图、静态资源与源码下载服务，前端对话页提供部署弹窗和访问地址承接。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263640" y="2880360"/>
            <a:ext cx="5257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64808" y="3081528"/>
            <a:ext cx="420624" cy="42062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317296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40880" y="308152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3502152"/>
            <a:ext cx="48006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用户、应用、聊天历史、精选应用与优先级管理已形成后台能力，并配合 Redis、限流、监控等基础设施。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987552" y="4681728"/>
            <a:ext cx="9966960" cy="658368"/>
          </a:xfrm>
          <a:prstGeom prst="roundRect">
            <a:avLst>
              <a:gd name="adj" fmla="val 13889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61872" y="4901184"/>
            <a:ext cx="9372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能力闭环判断：核心业务面已具备，但质量门禁、部署运行数据和成本监控仍需要持续补强。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463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2912" y="201168"/>
            <a:ext cx="2331720" cy="2331720"/>
          </a:xfrm>
          <a:prstGeom prst="arc">
            <a:avLst/>
          </a:prstGeom>
          <a:noFill/>
          <a:ln w="25400">
            <a:solidFill>
              <a:srgbClr val="B8DDE1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架构与模块版图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当前仓库同时保留完整单体项目代码与微服务拆分目录，便于教学演进与对照。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29800" y="429768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53035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14173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1700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后端主线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05840" y="2148840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1396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生成与路由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1005840" y="2633472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26243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代码解析/保存/构建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1005840" y="3118104"/>
            <a:ext cx="237744" cy="23774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3108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应用与聊天历史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005840" y="3602736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35935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用户与权限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1005840" y="4087368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40782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截图/部署/下载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1005840" y="4572000"/>
            <a:ext cx="237744" cy="23774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45628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COS + 监控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141732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47104" y="170078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</a:t>
            </a:r>
            <a:endParaRPr lang="en-US" sz="1900" dirty="0"/>
          </a:p>
        </p:txBody>
      </p:sp>
      <p:sp>
        <p:nvSpPr>
          <p:cNvPr id="28" name="Shape 26"/>
          <p:cNvSpPr/>
          <p:nvPr/>
        </p:nvSpPr>
        <p:spPr>
          <a:xfrm>
            <a:off x="6565392" y="2157984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AF8FA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226771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897112" y="2157984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06840" y="2267712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65392" y="281635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AF8FA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292608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897112" y="281635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006840" y="2926080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565392" y="34747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AF8FA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0" y="35844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897112" y="347472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006840" y="3584448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565392" y="4133088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EAF8FA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424281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583680" y="4846320"/>
            <a:ext cx="4251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治理关注点：Nacos/Dubbo 跨服务调用、配置隔离、接口契约、测试覆盖与发布编排。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463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2912" y="201168"/>
            <a:ext cx="2331720" cy="2331720"/>
          </a:xfrm>
          <a:prstGeom prst="arc">
            <a:avLst/>
          </a:prstGeom>
          <a:noFill/>
          <a:ln w="25400">
            <a:solidFill>
              <a:srgbClr val="B8DDE1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昨日/近期变更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天优先：当前分支和 master 未发现业务代码提交，自动化报告分支有每日文档更新。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29800" y="429768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53035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6384" y="150876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8249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52928" y="1755648"/>
            <a:ext cx="502920" cy="0"/>
          </a:xfrm>
          <a:prstGeom prst="line">
            <a:avLst/>
          </a:prstGeom>
          <a:noFill/>
          <a:ln w="25400">
            <a:solidFill>
              <a:srgbClr val="B8DD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399032"/>
            <a:ext cx="77266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30168" y="1545336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0168" y="164592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206240" y="152704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主干业务代码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206240" y="1783080"/>
            <a:ext cx="6720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未发现新增提交；可作为稳定基线继续做工程化补齐。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86384" y="246888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264261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852928" y="2715768"/>
            <a:ext cx="502920" cy="0"/>
          </a:xfrm>
          <a:prstGeom prst="line">
            <a:avLst/>
          </a:prstGeom>
          <a:noFill/>
          <a:ln w="25400">
            <a:solidFill>
              <a:srgbClr val="B8DD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29000" y="2359152"/>
            <a:ext cx="77266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30168" y="2505456"/>
            <a:ext cx="329184" cy="329184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60604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206240" y="248716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自动汇报分支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4206240" y="2743200"/>
            <a:ext cx="6720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出现 06-23 至 06-29 多个每日项目状态汇报提交。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86384" y="34290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360273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主干最新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852928" y="3675888"/>
            <a:ext cx="502920" cy="0"/>
          </a:xfrm>
          <a:prstGeom prst="line">
            <a:avLst/>
          </a:prstGeom>
          <a:noFill/>
          <a:ln w="25400">
            <a:solidFill>
              <a:srgbClr val="B8DD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29000" y="3319272"/>
            <a:ext cx="77266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30168" y="3465576"/>
            <a:ext cx="329184" cy="32918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356616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206240" y="34472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2025-08-26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4206240" y="3703320"/>
            <a:ext cx="6720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期：微服务改造完成，并保留完整单体项目代码。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86384" y="438912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4562856"/>
            <a:ext cx="1554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中间态记录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2852928" y="4636008"/>
            <a:ext cx="502920" cy="0"/>
          </a:xfrm>
          <a:prstGeom prst="line">
            <a:avLst/>
          </a:prstGeom>
          <a:noFill/>
          <a:ln w="25400">
            <a:solidFill>
              <a:srgbClr val="B8DD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29000" y="4279392"/>
            <a:ext cx="77266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630168" y="4425696"/>
            <a:ext cx="329184" cy="329184"/>
          </a:xfrm>
          <a:prstGeom prst="ellipse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0168" y="4526280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206240" y="440740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</a:t>
            </a:r>
            <a:endParaRPr lang="en-US" sz="1450" dirty="0"/>
          </a:p>
        </p:txBody>
      </p:sp>
      <p:sp>
        <p:nvSpPr>
          <p:cNvPr id="43" name="Text 41"/>
          <p:cNvSpPr/>
          <p:nvPr/>
        </p:nvSpPr>
        <p:spPr>
          <a:xfrm>
            <a:off x="4206240" y="4663440"/>
            <a:ext cx="6720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历史提交提示部分中间态会影响单体代码，使用时需以完成态为准。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04672" y="5577840"/>
            <a:ext cx="10378440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2416" y="5742432"/>
            <a:ext cx="9921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解读：近期状态更偏“维护/汇报自动化”，下一阶段应让报告接入真实运行指标与 CI 结果，减少人工判断。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463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2912" y="201168"/>
            <a:ext cx="2331720" cy="2331720"/>
          </a:xfrm>
          <a:prstGeom prst="arc">
            <a:avLst/>
          </a:prstGeom>
          <a:noFill/>
          <a:ln w="25400">
            <a:solidFill>
              <a:srgbClr val="B8DDE1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数据/指标要点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仓库静态指标与可观测配置摘要；运行时业务数据尚未接入本次自动报告。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29800" y="429768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53035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1499616"/>
            <a:ext cx="21488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161848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249</a:t>
            </a:r>
            <a:endParaRPr lang="en-US" sz="2900" dirty="0"/>
          </a:p>
        </p:txBody>
      </p:sp>
      <p:sp>
        <p:nvSpPr>
          <p:cNvPr id="14" name="Text 12"/>
          <p:cNvSpPr/>
          <p:nvPr/>
        </p:nvSpPr>
        <p:spPr>
          <a:xfrm>
            <a:off x="877824" y="208483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源文件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7824" y="23500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含单体与微服务目录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27248" y="1499616"/>
            <a:ext cx="21488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91840" y="161848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900" dirty="0"/>
          </a:p>
        </p:txBody>
      </p:sp>
      <p:sp>
        <p:nvSpPr>
          <p:cNvPr id="18" name="Text 16"/>
          <p:cNvSpPr/>
          <p:nvPr/>
        </p:nvSpPr>
        <p:spPr>
          <a:xfrm>
            <a:off x="3291840" y="208483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页面/组件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23500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前端页面与公共组件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41264" y="1499616"/>
            <a:ext cx="21488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05856" y="161848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2900" dirty="0"/>
          </a:p>
        </p:txBody>
      </p:sp>
      <p:sp>
        <p:nvSpPr>
          <p:cNvPr id="22" name="Text 20"/>
          <p:cNvSpPr/>
          <p:nvPr/>
        </p:nvSpPr>
        <p:spPr>
          <a:xfrm>
            <a:off x="5705856" y="208483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文件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705856" y="23500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API、路由、状态与工具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955280" y="1499616"/>
            <a:ext cx="2148840" cy="1133856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119872" y="1618488"/>
            <a:ext cx="1819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8119872" y="2084832"/>
            <a:ext cx="1819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 CI workflow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19872" y="2350008"/>
            <a:ext cx="1819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 未发现配置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13232" y="30632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3264408"/>
            <a:ext cx="420624" cy="42062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35584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90472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测试资产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1832" y="3685032"/>
            <a:ext cx="2834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根项目存在 15 个 Java 测试文件，覆盖代码解析、AI 生成、工作流、图片采集与截图工具等关键点。</a:t>
            </a:r>
            <a:endParaRPr lang="en-US" sz="1320" dirty="0"/>
          </a:p>
        </p:txBody>
      </p:sp>
      <p:sp>
        <p:nvSpPr>
          <p:cNvPr id="33" name="Shape 31"/>
          <p:cNvSpPr/>
          <p:nvPr/>
        </p:nvSpPr>
        <p:spPr>
          <a:xfrm>
            <a:off x="4315968" y="30632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17136" y="3264408"/>
            <a:ext cx="420624" cy="42062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17136" y="335584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093208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监控接口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44568" y="3685032"/>
            <a:ext cx="2834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后端配置 Actuator health/info/prometheus，并提供 /health 接口；Prometheus 配置指向 /api/actuator/prometheus。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7918704" y="306324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119872" y="326440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9872" y="335584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695944" y="32644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待接入指标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47304" y="3685032"/>
            <a:ext cx="28346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真实生成次数、部署成功率、模型调用成本、SSE 中断率、平均生成耗时暂未自动汇总。</a:t>
            </a:r>
            <a:endParaRPr lang="en-US" sz="1320" dirty="0"/>
          </a:p>
        </p:txBody>
      </p:sp>
      <p:sp>
        <p:nvSpPr>
          <p:cNvPr id="43" name="Shape 41"/>
          <p:cNvSpPr/>
          <p:nvPr/>
        </p:nvSpPr>
        <p:spPr>
          <a:xfrm>
            <a:off x="1051560" y="5074920"/>
            <a:ext cx="9674352" cy="530352"/>
          </a:xfrm>
          <a:prstGeom prst="roundRect">
            <a:avLst>
              <a:gd name="adj" fmla="val 13793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5257800"/>
            <a:ext cx="9235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 GitHub Actions：仅查询到 2026-03 的 Copilot coding agent 动态检查成功记录，未发现项目自定义 CI 流水线。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463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2912" y="201168"/>
            <a:ext cx="2331720" cy="2331720"/>
          </a:xfrm>
          <a:prstGeom prst="arc">
            <a:avLst/>
          </a:prstGeom>
          <a:noFill/>
          <a:ln w="25400">
            <a:solidFill>
              <a:srgbClr val="B8DDE1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风险与问题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风险集中在工程化闭环、外部服务依赖与 AI 调用质量；当前没有发现阻断性代码冲突。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29800" y="429768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53035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13232" y="146304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166420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75564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490472" y="166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缺口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41832" y="2084832"/>
            <a:ext cx="4800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未发现仓库级 CI workflow。后端 Maven test、前端 build/lint 尚未形成 PR 必跑门禁，回归风险依赖人工执行。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6263640" y="1463040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64808" y="1664208"/>
            <a:ext cx="420624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1755648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040880" y="166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环境依赖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92240" y="2084832"/>
            <a:ext cx="4800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模型、Redis、MySQL、COS、截图浏览器、Nacos/Dubbo 等外部依赖较多，本地与部署环境差异会放大排障成本。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713232" y="2761488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" y="2962656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305409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90472" y="2962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质量与成本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41832" y="3383280"/>
            <a:ext cx="4800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生成质量、工具调用稳定性、Prompt 安全、模型调用预算和并发限制需要持续观测，避免体验与成本失控。</a:t>
            </a:r>
            <a:endParaRPr lang="en-US" sz="1320" dirty="0"/>
          </a:p>
        </p:txBody>
      </p:sp>
      <p:sp>
        <p:nvSpPr>
          <p:cNvPr id="27" name="Shape 25"/>
          <p:cNvSpPr/>
          <p:nvPr/>
        </p:nvSpPr>
        <p:spPr>
          <a:xfrm>
            <a:off x="6263640" y="2761488"/>
            <a:ext cx="52578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8DDE1">
                <a:alpha val="90000"/>
              </a:srgbClr>
            </a:solidFill>
            <a:prstDash val="solid"/>
          </a:ln>
          <a:effectLst>
            <a:outerShdw sx="100000" sy="100000" kx="0" ky="0" algn="bl" rotWithShape="0" blurRad="19050" dist="13970" dir="27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64808" y="2962656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64808" y="3054096"/>
            <a:ext cx="420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40880" y="29626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微服务完成态治理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92240" y="3383280"/>
            <a:ext cx="4800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历史提交存在中间态提示；微服务版本应补齐契约测试、配置样例和启动顺序说明，降低误用风险。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914400" y="4617720"/>
            <a:ext cx="10241280" cy="713232"/>
          </a:xfrm>
          <a:prstGeom prst="roundRect">
            <a:avLst>
              <a:gd name="adj" fmla="val 12821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88720" y="4864608"/>
            <a:ext cx="11704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阻塞判断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14600" y="4864608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本次仅新增报告文件，未触碰业务代码；未发现会阻塞报告交付的代码层问题。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BFC"/>
          </a:solidFill>
          <a:ln w="12700">
            <a:solidFill>
              <a:srgbClr val="F4FB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" y="0"/>
            <a:ext cx="11990527" cy="14630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82912" y="201168"/>
            <a:ext cx="2331720" cy="2331720"/>
          </a:xfrm>
          <a:prstGeom prst="arc">
            <a:avLst/>
          </a:prstGeom>
          <a:noFill/>
          <a:ln w="25400">
            <a:solidFill>
              <a:srgbClr val="B8DDE1">
                <a:alpha val="8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38912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建议的下一步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76656" y="1024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围绕“可验证、可观测、可交付”补齐维护者最需要的项目治理能力。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829800" y="429768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D8F3F0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985248" y="530352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2026-06-30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· 每日项目状态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1292840" y="64282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1248" y="1426464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158191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572768" y="1389888"/>
            <a:ext cx="9555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5453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 CI 门禁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977640" y="1545336"/>
            <a:ext cx="6812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新增后端 Maven test、前端 type-check/build/lint 的 PR 校验，并缓存依赖降低运行成本。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2267712"/>
            <a:ext cx="512064" cy="512064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2423160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572768" y="2231136"/>
            <a:ext cx="9555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0" y="238658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沉淀运行指标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977640" y="2386584"/>
            <a:ext cx="6812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把生成次数、部署成功率、平均耗时、模型 token/成本、错误分布纳入定时报表。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1248" y="3108960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26440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572768" y="3072384"/>
            <a:ext cx="9555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0" y="322783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补齐部署手册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3977640" y="3227832"/>
            <a:ext cx="6812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 MySQL、Redis、COS、DashScope/OpenAI、截图浏览器、Nacos/Dubbo 的配置矩阵。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41248" y="3950208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410565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572768" y="3913632"/>
            <a:ext cx="9555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28800" y="406908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加强 AI 质量评估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3977640" y="4069080"/>
            <a:ext cx="6812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为典型提示词建立回归集，跟踪代码可运行率、工具调用失败率与安全拦截率。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41248" y="4791456"/>
            <a:ext cx="512064" cy="512064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94690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1572768" y="4754880"/>
            <a:ext cx="955548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B8DD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0" y="491032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规范微服务边界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3977640" y="4910328"/>
            <a:ext cx="6812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C7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完善接口契约、服务启动顺序、配置样例与本地联调脚本，降低教学迁移成本。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558851" cy="6858000"/>
          </a:xfrm>
          <a:prstGeom prst="rect">
            <a:avLst/>
          </a:prstGeom>
          <a:solidFill>
            <a:srgbClr val="065A82">
              <a:alpha val="95000"/>
            </a:srgbClr>
          </a:solidFill>
          <a:ln w="12700">
            <a:solidFill>
              <a:srgbClr val="065A8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109728"/>
            <a:ext cx="4206240" cy="4206240"/>
          </a:xfrm>
          <a:prstGeom prst="arc">
            <a:avLst/>
          </a:prstGeom>
          <a:noFill/>
          <a:ln w="38100">
            <a:solidFill>
              <a:srgbClr val="02C39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14032" y="310896"/>
            <a:ext cx="4617720" cy="4617720"/>
          </a:xfrm>
          <a:prstGeom prst="arc">
            <a:avLst/>
          </a:prstGeom>
          <a:noFill/>
          <a:ln w="25400">
            <a:solidFill>
              <a:srgbClr val="00A89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C7293">
              <a:alpha val="90000"/>
            </a:srgbClr>
          </a:solidFill>
          <a:ln w="12700">
            <a:solidFill>
              <a:srgbClr val="1C729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749808"/>
            <a:ext cx="9144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841248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29844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今日结论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786384" y="19385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DE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平台主链路完整，工程治理与运行数据是下一阶段重点。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2880360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136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能力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47088" y="31089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生成、编辑、部署、管理四大能力已形成闭环。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6263640" y="2880360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5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313639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变更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287768" y="310896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天未见主干业务变更，近期自动化报告持续生成。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822960" y="3931920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1879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47088" y="41605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CI、环境依赖、AI 成本/质量和微服务治理仍需跟进。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6263640" y="3931920"/>
            <a:ext cx="4892040" cy="749808"/>
          </a:xfrm>
          <a:prstGeom prst="roundRect">
            <a:avLst>
              <a:gd name="adj" fmla="val 14634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02C39A">
                <a:alpha val="55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4187952"/>
            <a:ext cx="6583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87768" y="4160520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优先建立质量门禁，并让日报接入真实运行指标。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2907792" y="5522976"/>
            <a:ext cx="6309360" cy="502920"/>
          </a:xfrm>
          <a:prstGeom prst="roundRect">
            <a:avLst>
              <a:gd name="adj" fmla="val 21818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5687568"/>
            <a:ext cx="5806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建议维护者下一步：把“测试 + 指标 + 部署文档”纳入固定维护节奏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137392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yu-ai-code-mother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2026-06-30</dc:title>
  <dc:subject>每日项目状态汇报</dc:subject>
  <dc:creator>Cursor Automation</dc:creator>
  <cp:lastModifiedBy>Cursor Automation</cp:lastModifiedBy>
  <cp:revision>1</cp:revision>
  <dcterms:created xsi:type="dcterms:W3CDTF">2026-06-30T09:07:26Z</dcterms:created>
  <dcterms:modified xsi:type="dcterms:W3CDTF">2026-06-30T09:07:26Z</dcterms:modified>
</cp:coreProperties>
</file>