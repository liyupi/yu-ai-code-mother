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291840"/>
            <a:ext cx="2011680" cy="20116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每日项目状态汇报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面向项目维护者与核心贡献者  ·  北京时间 2026-08-05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913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 · 微服务改造完成态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38404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D4F5C"/>
          </a:solidFill>
          <a:ln/>
        </p:spPr>
      </p:sp>
      <p:sp>
        <p:nvSpPr>
          <p:cNvPr id="13" name="Text 10"/>
          <p:cNvSpPr/>
          <p:nvPr/>
        </p:nvSpPr>
        <p:spPr>
          <a:xfrm>
            <a:off x="361188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893918c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120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3383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4300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代码生成教学平台，覆盖智能体、工作流与微服务全栈实践。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/ Java 21 / LangChain4j / LangGraph4j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2788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459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Ant Design Vue + Pinia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3246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6459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单体完整代码 + 微服务拆分（7 子模块）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3703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4592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 + Grafana AI 指标面板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0" y="100584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52160" y="1005840"/>
            <a:ext cx="9144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10789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22376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52160" y="187452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52160" y="1874520"/>
            <a:ext cx="91440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19476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722376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852160" y="274320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52160" y="2743200"/>
            <a:ext cx="9144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6126480" y="28163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7223760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852160" y="361188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852160" y="3611880"/>
            <a:ext cx="91440" cy="777240"/>
          </a:xfrm>
          <a:prstGeom prst="rect">
            <a:avLst/>
          </a:prstGeom>
          <a:solidFill>
            <a:srgbClr val="0A3D4A"/>
          </a:solidFill>
          <a:ln/>
        </p:spPr>
      </p:sp>
      <p:sp>
        <p:nvSpPr>
          <p:cNvPr id="32" name="Text 29"/>
          <p:cNvSpPr/>
          <p:nvPr/>
        </p:nvSpPr>
        <p:spPr>
          <a:xfrm>
            <a:off x="6126480" y="3685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7223760" y="3794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控制器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策略路由 → 工具调用写文件，SSE 流式展示执行过程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463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80644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选中页面元素与 AI 对话增量/全量修改，原生与工程模式双路径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08760" y="3474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云端部署、封面截图、可访问链接与完整源码下载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54880" y="274320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154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91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806440" y="3474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用户/应用管理、精选案例、AI 调用与系统性能监控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 / guardrail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core：解析·保存·构建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ratelimiter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× 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105156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05156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66160" y="19202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23774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yu-ai-code-model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28346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yu-ai-code-client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66160" y="32918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37490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服务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105156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051560"/>
            <a:ext cx="27432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前端与运维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6520" y="19202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pages：home / app / admin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可视化编辑组件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46520" y="28346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→ TypeScript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32918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46520" y="37490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面板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日主线无业务代码合入；活跃产出集中在每日状态汇报自动化（Draft PR）。昨日 #75 已产出。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4592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E6F7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教程第 14 期已完成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微服务收官（893918c），单体与 7 模块并存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109728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164592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E6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6459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 PR 待审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 + Issue #65：联网搜索工具，未合入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109728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0632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E6F7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063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 reasoning 未解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#5：缺 reasoning_content，社区仍有反馈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80360"/>
            <a:ext cx="109728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30632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E6F7F4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063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昨日汇报已产出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49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#75（08-04）Draft；今日延续同一基线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以下为仓库静态盘点与可观测性配置摘要；运行时业务指标待接入生产数据后填充。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 HEAD 无新合入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41732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60604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缺陷 · #65 特性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1732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特性 PR 待审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 You.com 搜索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41732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15s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9951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抓取间隔（全局）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应用抓取 10s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E6F7F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说明：Token 消耗、生成成功率、部署次数、P95 延迟等运行指标依赖 Actuator/Prometheus 生产抓取；本日报以仓库与 GitHub 元数据为准。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0700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reasoning_content 兼容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影响 Vue 工程生成链路；LangChain4j 未透传推理字段，工具二次调用失败。社区建议换模型或打补丁。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7568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CA8A0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965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特性 PR 长期未合入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#66（You.com）自 2026-07-26 开放，配套 Issue #65 仍 OPEN，存在需求悬空与重复劳动风险。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443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CA8A0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44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缺少业务 CI 门禁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1272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Maven/前端构建与测试的 GitHub Actions；近期仅有 Copilot 访问检查成功记录。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81304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13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 Draft 堆积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3995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多日「每日项目状态」Draft PR（含昨日 #75）未合并，文档分支噪音增大，建议定期合入或清理策略。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078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#5 生成链路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评估补丁或换模型；验证 Vue 工程模式工具调用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764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评审合入 #66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764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核对 API Key、单测与微服务 AI 模块集成后合并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450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450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为单体 / 微服务与前端增加构建与单测工作流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1363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运行指标入日报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3136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 Actuator → Prometheus → 日报数据区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840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822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报告合入治理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制定日报合入节奏或归档规则，降低 PR 噪音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缺陷与体验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 #5：缺 reasoning_content，Vue 生成失败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模型接口变更，需兼容层或升级策略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社区仍反馈未解决，优先于新特性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补充工程模式多轮工具调用回归用例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51560"/>
            <a:ext cx="4023360" cy="5029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612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特性与工程化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3776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 #65 / PR #66：You.com 搜索待合入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业务向 CI/CD 流水线尚未建立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运行时 KPI 尚未进入日报自动化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93776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历史日报 Draft PR 需合并或归档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0A3D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43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无业务构建/测试工作流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仓库未配置 Maven / Vue 的 GitHub Actions 门禁；最近 Actions 记录主要为 Copilot 仓库访问检查（均 success）。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6304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606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后端单测资产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个测试类：路由、门面、CodeParser、LangGraph 工作流与图片工具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37560" y="228600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6060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前端质量脚本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52044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type-check / lint / format；尚未在 CI 中自动执行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228600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2376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6060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可观测性配置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0080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与 Grafana AI 面板配置文件已就绪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主线稳定在微服务完成态；优先消化缺陷与待审特性，补齐工程化短板。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能力完备：生成 / 可视化编辑 / 部署 / 管理 + 单体与微服务双形态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近期变更：近 7 日无业务提交；日报自动化持续产出（含昨日 #75）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关键阻塞：#5 reasoning_content；#66/#65 待审；缺业务 CI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611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建议节奏：修缺陷 → 合特性 → 建 CI → 指标入日报 → 报告治理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2026-08-05</dc:title>
  <dc:subject>AI 零代码应用生成平台项目状态</dc:subject>
  <dc:creator>yu-ai-code-mother automation</dc:creator>
  <cp:lastModifiedBy>yu-ai-code-mother automation</cp:lastModifiedBy>
  <cp:revision>1</cp:revision>
  <dcterms:created xsi:type="dcterms:W3CDTF">2026-08-05T09:02:59Z</dcterms:created>
  <dcterms:modified xsi:type="dcterms:W3CDTF">2026-08-05T09:02:59Z</dcterms:modified>
</cp:coreProperties>
</file>