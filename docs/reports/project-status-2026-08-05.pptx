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3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3291840"/>
            <a:ext cx="2011680" cy="201168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097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STATUS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1691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零代码应用生成平台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0292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8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每日项目状态汇报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面向项目维护者与核心贡献者  ·  北京时间 2026-08-05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384048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028090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91363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教程第 14 期 · 微服务改造完成态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611880" y="38404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0D4F5C"/>
          </a:solidFill>
          <a:ln/>
        </p:spPr>
      </p:sp>
      <p:sp>
        <p:nvSpPr>
          <p:cNvPr id="13" name="Text 10"/>
          <p:cNvSpPr/>
          <p:nvPr/>
        </p:nvSpPr>
        <p:spPr>
          <a:xfrm>
            <a:off x="3611880" y="3840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893918c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12064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09728" cy="3383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143000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定位与栈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17373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 AI 代码生成教学平台，覆盖智能体、工作流与微服务全栈实践。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77240" y="23317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45920" y="23317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 · Java 21 · LangChain4j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77240" y="27889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645920" y="27889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· Vite · Ant Design Vue · Pinia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2461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645920" y="32461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单体完整代码 + 微服务拆分（7 子模块）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3703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运维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645920" y="37033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抓取 + Grafana AI 指标面板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806440" y="1005840"/>
            <a:ext cx="2880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806440" y="1005840"/>
            <a:ext cx="91440" cy="74980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7"/>
          <p:cNvSpPr/>
          <p:nvPr/>
        </p:nvSpPr>
        <p:spPr>
          <a:xfrm>
            <a:off x="6080760" y="107899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7132320" y="11704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核心产品能力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806440" y="1874520"/>
            <a:ext cx="2880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806440" y="1874520"/>
            <a:ext cx="91440" cy="7498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1"/>
          <p:cNvSpPr/>
          <p:nvPr/>
        </p:nvSpPr>
        <p:spPr>
          <a:xfrm>
            <a:off x="6080760" y="194767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000" dirty="0"/>
          </a:p>
        </p:txBody>
      </p:sp>
      <p:sp>
        <p:nvSpPr>
          <p:cNvPr id="25" name="Text 22"/>
          <p:cNvSpPr/>
          <p:nvPr/>
        </p:nvSpPr>
        <p:spPr>
          <a:xfrm>
            <a:off x="7132320" y="20391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微服务子模块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806440" y="2743200"/>
            <a:ext cx="2880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806440" y="2743200"/>
            <a:ext cx="91440" cy="74980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8" name="Text 25"/>
          <p:cNvSpPr/>
          <p:nvPr/>
        </p:nvSpPr>
        <p:spPr>
          <a:xfrm>
            <a:off x="6080760" y="28163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000" dirty="0"/>
          </a:p>
        </p:txBody>
      </p:sp>
      <p:sp>
        <p:nvSpPr>
          <p:cNvPr id="29" name="Text 26"/>
          <p:cNvSpPr/>
          <p:nvPr/>
        </p:nvSpPr>
        <p:spPr>
          <a:xfrm>
            <a:off x="7132320" y="29077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后端测试类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806440" y="3611880"/>
            <a:ext cx="2880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06440" y="3611880"/>
            <a:ext cx="91440" cy="7498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2" name="Text 29"/>
          <p:cNvSpPr/>
          <p:nvPr/>
        </p:nvSpPr>
        <p:spPr>
          <a:xfrm>
            <a:off x="6080760" y="368503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33" name="Text 30"/>
          <p:cNvSpPr/>
          <p:nvPr/>
        </p:nvSpPr>
        <p:spPr>
          <a:xfrm>
            <a:off x="7132320" y="37764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控制器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690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087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2763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智能代码生成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463040" y="1828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需求描述 → 策略路由 → 工具写文件，SSE 流式展示过程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800600" y="1051560"/>
            <a:ext cx="40690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029200" y="15087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2" y="162763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80644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可视化编辑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5806440" y="1828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选中元素与 AI 对话修改，支持原生与工程双模式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57200" y="2788920"/>
            <a:ext cx="40690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85800" y="32461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36499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一键部署分享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463040" y="35661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云端部署、封面截图、可访问链接与完整源码下载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800600" y="2788920"/>
            <a:ext cx="40690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029200" y="32461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336499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80644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企业级管理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5806440" y="35661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用户/应用管理、精选案例、AI 调用与性能监控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模块与架构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743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2743200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单体应用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1920240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8288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tools / guardrail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377440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286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core：解析·保存·构建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2834640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43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langgraph4j 工作流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3291840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200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· ratelimiter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3749040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657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× 6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83280" y="1051560"/>
            <a:ext cx="2743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83280" y="1051560"/>
            <a:ext cx="2743200" cy="5486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1051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微服务拆分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611880" y="1920240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3886200" y="18288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yu-ai-code-common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11880" y="2377440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3886200" y="2286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yu-ai-code-model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11880" y="2834640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/>
          <p:nvPr/>
        </p:nvSpPr>
        <p:spPr>
          <a:xfrm>
            <a:off x="3886200" y="2743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yu-ai-code-client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11880" y="3291840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3886200" y="3200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app / ai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11880" y="3749040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9" name="Text 27"/>
          <p:cNvSpPr/>
          <p:nvPr/>
        </p:nvSpPr>
        <p:spPr>
          <a:xfrm>
            <a:off x="3886200" y="3657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服务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309360" y="1051560"/>
            <a:ext cx="2743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09360" y="1051560"/>
            <a:ext cx="2743200" cy="548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1051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前端与运维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537960" y="1920240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4" name="Text 32"/>
          <p:cNvSpPr/>
          <p:nvPr/>
        </p:nvSpPr>
        <p:spPr>
          <a:xfrm>
            <a:off x="6812280" y="18288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/ app / admin 页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537960" y="2377440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6" name="Text 34"/>
          <p:cNvSpPr/>
          <p:nvPr/>
        </p:nvSpPr>
        <p:spPr>
          <a:xfrm>
            <a:off x="6812280" y="2286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可视化编辑组件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37960" y="2834640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8" name="Text 36"/>
          <p:cNvSpPr/>
          <p:nvPr/>
        </p:nvSpPr>
        <p:spPr>
          <a:xfrm>
            <a:off x="6812280" y="2743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→ TypeScript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37960" y="3291840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0" name="Text 38"/>
          <p:cNvSpPr/>
          <p:nvPr/>
        </p:nvSpPr>
        <p:spPr>
          <a:xfrm>
            <a:off x="6812280" y="3200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prometheus.yml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537960" y="3749040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2" name="Text 40"/>
          <p:cNvSpPr/>
          <p:nvPr/>
        </p:nvSpPr>
        <p:spPr>
          <a:xfrm>
            <a:off x="6812280" y="3657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AI 面板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日主线无业务代码合入；活跃产出集中在每日状态汇报自动化（Draft PR）。昨日 #75 已产出。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690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109728" cy="1280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60020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E6F7F4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002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19659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教程第 14 期已完成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微服务收官 893918c，单体与 7 模块并存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0600" y="1417320"/>
            <a:ext cx="40690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1417320"/>
            <a:ext cx="10972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Shape 11"/>
          <p:cNvSpPr/>
          <p:nvPr/>
        </p:nvSpPr>
        <p:spPr>
          <a:xfrm>
            <a:off x="5120640" y="160020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E6F7F4"/>
          </a:solidFill>
          <a:ln/>
        </p:spPr>
      </p:sp>
      <p:sp>
        <p:nvSpPr>
          <p:cNvPr id="14" name="Text 12"/>
          <p:cNvSpPr/>
          <p:nvPr/>
        </p:nvSpPr>
        <p:spPr>
          <a:xfrm>
            <a:off x="5120640" y="16002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20640" y="19659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You.com 搜索 PR 待审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20640" y="2286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#66 与 Issue #65：联网搜索工具未合入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40690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880360"/>
            <a:ext cx="109728" cy="12801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306324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E6F7F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06324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缺陷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34290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Vue 生成 reasoning 未解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37490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 缺 reasoning_content，社区仍有反馈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00600" y="2880360"/>
            <a:ext cx="40690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00600" y="2880360"/>
            <a:ext cx="109728" cy="12801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0" y="306324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E6F7F4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0" y="306324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20640" y="34290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昨日汇报已产出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20640" y="37490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#75（08-04）Draft；今日延续同一基线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数据与指标要点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以下为仓库静态盘点与可观测性配置摘要；运行时 KPI 依赖生产抓取，本页以仓库元数据为准。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011680" cy="91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459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日业务提交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 HEAD 无新合入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28900" y="14173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28900" y="1417320"/>
            <a:ext cx="2011680" cy="91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2628900" y="16459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2628900" y="2331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2034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 Issues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2034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缺陷 · #65 特性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14173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1417320"/>
            <a:ext cx="2011680" cy="91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16459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4800600" y="2331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特性 PR 待审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#66 You.com 搜索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72300" y="14173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972300" y="1417320"/>
            <a:ext cx="2011680" cy="91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5" name="Text 23"/>
          <p:cNvSpPr/>
          <p:nvPr/>
        </p:nvSpPr>
        <p:spPr>
          <a:xfrm>
            <a:off x="6972300" y="16459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972300" y="2331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秒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6374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应用抓取间隔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6374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全局间隔 15 秒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8229600" cy="777240"/>
          </a:xfrm>
          <a:prstGeom prst="rect">
            <a:avLst/>
          </a:prstGeom>
          <a:solidFill>
            <a:srgbClr val="E6F7F4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840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说明：Token 消耗、生成成功率、部署次数、P95 延迟等依赖 Actuator/Prometheus 生产抓取；本日报以仓库与 GitHub 元数据为准。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18872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8872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07899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DeepSeek reasoning_content 兼容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3716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#5：LangChain4j 未透传推理字段，Vue 工程工具二次调用失败；建议换模型或打补丁。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5800" y="205740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CA8A0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574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19476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特性 PR 长期未合入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24028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#66（You.com）自 07-26 开放，配套 Issue #65 仍 OPEN，存在需求悬空与重复劳动风险。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82296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292608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CA8A04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92608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163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缺少业务 CI 门禁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1089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Maven/前端构建与测试的 GitHub Actions；近期仅有 Copilot 仓库访问检查成功记录。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794760"/>
            <a:ext cx="502920" cy="384048"/>
          </a:xfrm>
          <a:prstGeom prst="roundRect">
            <a:avLst>
              <a:gd name="adj" fmla="val 14286"/>
            </a:avLst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7947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368503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日报 Draft 堆积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多日状态汇报 Draft PR（含昨日 #75）未合并，分支噪音增大，建议定期合入或归档。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下一步计划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0350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09728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0789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修复 #5 生成链路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023360" y="10789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评估补丁或换模型，验证 Vue 工程模式工具调用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00784"/>
            <a:ext cx="8229600" cy="60350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5800" y="1792224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792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177393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评审合入 #66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023360" y="17739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核对 API Key、单测与微服务 AI 模块后合并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395728"/>
            <a:ext cx="8229600" cy="60350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2487168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487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补齐最小 CI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02336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为单体、微服务与前端增加构建与单测工作流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090672"/>
            <a:ext cx="8229600" cy="60350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182112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182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3258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运行指标入日报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023360" y="31638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打通 Actuator → Prometheus → 日报数据区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3785616"/>
            <a:ext cx="8229600" cy="60350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" y="3877056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8770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25880" y="3858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报告合入治理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023360" y="38587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制定日报合入节奏或归档规则，降低噪音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6908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4069080" cy="502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6128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0515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缺陷与体验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1783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Issue #5：reasoning_content 缺失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377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Vue 工程生成链路仍失败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971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模型接口变更需兼容层策略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35661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需补多轮工具调用回归用例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051560"/>
            <a:ext cx="3931920" cy="50292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161288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49240" y="10515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特性与工程化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02920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 #66 / Issue #65 待合入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02920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业务向 CI/CD 尚未建立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029200" y="2971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运行时 KPI 未入日报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029200" y="3566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历史日报 Draft 需归档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 / 测试状态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solidFill>
            <a:srgbClr val="0A3D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170432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无业务构建/测试工作流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234440" y="15544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未配置 Maven / Vue 的 GitHub Actions 门禁；近期记录主要为 Copilot 访问检查（均 success）。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31720"/>
            <a:ext cx="274320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463040" y="25146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6517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94360" y="3291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后端单测资产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0080" y="3657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个测试类覆盖路由、门面、解析与 LangGraph 工作流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3280" y="2331720"/>
            <a:ext cx="274320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89120" y="25146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517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20440" y="3291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前端质量脚本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3566160" y="3657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 type-check / lint / format，尚未接入 CI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309360" y="2331720"/>
            <a:ext cx="274320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15200" y="25146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265176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446520" y="3291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D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可观测性配置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6492240" y="3657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prometheus.yml 与 Grafana AI 面板已就绪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3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8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主线稳定在微服务完成态；优先消化缺陷与待审特性，补齐工程化短板。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38912" cy="43891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508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能力完备：生成 / 可视化编辑 / 部署 / 管理 + 单体与微服务双形态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22219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近期变更：近 7 日无业务提交；日报自动化持续产出（含昨日 #75）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980944"/>
            <a:ext cx="438912" cy="43891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9809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93522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关键阻塞：#5 reasoning_content；#66/#65 待审；缺业务 CI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438912" cy="43891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364845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建议节奏：修缺陷 → 合特性 → 建 CI → 指标入日报 → 报告治理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每日项目状态  ·  2026-08-05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2026-08-05</dc:title>
  <dc:subject>AI 零代码应用生成平台项目状态</dc:subject>
  <dc:creator>yu-ai-code-mother automation</dc:creator>
  <cp:lastModifiedBy>yu-ai-code-mother automation</cp:lastModifiedBy>
  <cp:revision>1</cp:revision>
  <dcterms:created xsi:type="dcterms:W3CDTF">2026-08-05T09:15:48Z</dcterms:created>
  <dcterms:modified xsi:type="dcterms:W3CDTF">2026-08-05T09:15:48Z</dcterms:modified>
</cp:coreProperties>
</file>