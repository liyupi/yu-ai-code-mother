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7315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822960"/>
            <a:ext cx="3474720" cy="3474720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3200400"/>
            <a:ext cx="2194560" cy="2194560"/>
          </a:xfrm>
          <a:prstGeom prst="ellipse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24358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9659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yu-ai-code-mother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4008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每日项目状态汇报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· 面向维护者与核心团队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4160520"/>
            <a:ext cx="29260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2026-08-07（北京时间）  ·  自动化日报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 AI 代码生成平台教学实战项目，对标大厂零代码应用生成场景。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05840"/>
            <a:ext cx="91440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4920" y="166420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· LangChain4j · LangGraph4j · Vue 3 · Redis · 微服务（Dubbo/Nacos）。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43200"/>
            <a:ext cx="91440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99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仓库结构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40156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单体主工程、微服务多模块、Vue 前端与可观测配置（Prometheus/Grafana）并存。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2743200"/>
            <a:ext cx="40690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743200"/>
            <a:ext cx="91440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999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主线状态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74920" y="340156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仍为教程第 14 期微服务改造完成态（893918c，2025-08-26）。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D7EFEA"/>
          </a:solidFill>
          <a:ln w="12700">
            <a:solidFill>
              <a:srgbClr val="D7EF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82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4882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659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965960" cy="9601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78892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需求描述驱动策略选择，工具调用写代码，流式输出实时反馈。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28900" y="1051560"/>
            <a:ext cx="19659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28900" y="1051560"/>
            <a:ext cx="1965960" cy="9601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1280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2034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738628" y="278892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选中页面元素并与 AI 对话，支持增量或全量修改直至满意。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800600" y="1051560"/>
            <a:ext cx="19659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00600" y="1051560"/>
            <a:ext cx="1965960" cy="9601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280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910328" y="278892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云端部署、自动截取封面、分享访问链接，并支持源码下载。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972300" y="1051560"/>
            <a:ext cx="19659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72300" y="1051560"/>
            <a:ext cx="1965960" cy="9601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820" y="12801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6374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82028" y="278892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用户与应用管理、精选案例，以及 AI 调用与系统性能监控。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D7EFEA"/>
          </a:solidFill>
          <a:ln w="12700">
            <a:solidFill>
              <a:srgbClr val="D7EFE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57200" y="4882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315200" y="4882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模块架构一览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单体与微服务双轨并存，前端为独立 Vue 工程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主仓能力域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单体主工程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core / langgraph4j / monitor / ratelimiter / service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2697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 Vue 3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应用广场、对话生成、可视化编辑、管理后台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3474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AI 模型看板配置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09160" y="1188720"/>
            <a:ext cx="397764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1188720"/>
            <a:ext cx="397764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8016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37760" y="1874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yu-ai-code-ai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937760" y="2112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生成与工具调用服务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37760" y="24688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yu-ai-code-app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937760" y="2706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应用业务与编排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937760" y="3063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yu-ai-code-user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937760" y="33009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用户与权限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937760" y="36576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配套模块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937760" y="38953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· common · model · client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D7EFEA"/>
          </a:solidFill>
          <a:ln w="12700">
            <a:solidFill>
              <a:srgbClr val="D7EFE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7200" y="4882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7315200" y="4882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0292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日关键信号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业务代码：近 7 日 master 无新业务提交，主线稳定在微服务完成态。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日报自动化：08-01 至 08-05 连续 Draft PR；昨日（08-06）未见对应日报。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功能提案：#66 You.com 联网搜索仍 OPEN，配套 Issue #65。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缺陷跟踪：#5 Vue 生成 reasoning_content 缺失仍未关闭。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教程主线：第 9–14 期已覆盖可视化修改、工作流、优化与微服务。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960120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60720" y="960120"/>
            <a:ext cx="9144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124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035040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2194560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0" y="2194560"/>
            <a:ext cx="9144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359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35040" y="2852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3429000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3429000"/>
            <a:ext cx="9144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5935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035040" y="4087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 PR 待审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D7EFEA"/>
          </a:solidFill>
          <a:ln w="12700">
            <a:solidFill>
              <a:srgbClr val="D7EF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82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4882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以下为仓库侧可观测占位说明，并非生产运行时的实时数据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65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教程期数覆盖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至微服务改造完成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28900" y="1234440"/>
            <a:ext cx="1965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2034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7203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微服务子模块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2034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app / user 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234440"/>
            <a:ext cx="1965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920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测试类文件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工作流与工具覆盖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72300" y="1234440"/>
            <a:ext cx="1965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72300" y="1234440"/>
            <a:ext cx="196596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706374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0637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生产运行指标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6374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接入监控后填充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3611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721608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71600" y="3474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建议纳入日报的运行指标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71600" y="38404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调用成功率与 Token 成本；生成任务 P95 时延；部署成功率；前端核心路径错误率；Grafana 告警数。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D7EFEA"/>
          </a:solidFill>
          <a:ln w="12700">
            <a:solidFill>
              <a:srgbClr val="D7EF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882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315200" y="4882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8046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1430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6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25272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069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057400" y="10515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#5 未关闭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13990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项目生成提示 reasoning_content 字段缺失，影响核心生成体验。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87452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874520"/>
            <a:ext cx="109728" cy="8046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20574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6F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16712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19842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057400" y="19659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 PR 长期挂起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417320" y="23134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#66（You.com 搜索）自 07-26 起 OPEN 未合入，价值与密钥配置待评审。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278892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788920"/>
            <a:ext cx="109728" cy="8046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Shape 16"/>
          <p:cNvSpPr/>
          <p:nvPr/>
        </p:nvSpPr>
        <p:spPr>
          <a:xfrm>
            <a:off x="777240" y="29718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6F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081528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2898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2057400" y="28803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缺少业务 CI 门禁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417320" y="32278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仓库无业务向 GitHub Actions；仅有历史 Copilot 动态检查，质量闸缺失。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57200" y="370332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3703320"/>
            <a:ext cx="109728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Shape 22"/>
          <p:cNvSpPr/>
          <p:nvPr/>
        </p:nvSpPr>
        <p:spPr>
          <a:xfrm>
            <a:off x="777240" y="38862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6F6F3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95928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3813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2057400" y="37947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日报合入滞后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1417320" y="41422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Draft 日报未合入 master，文档沉淀与检索成本上升。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D7EFEA"/>
          </a:solidFill>
          <a:ln w="12700">
            <a:solidFill>
              <a:srgbClr val="D7EFEA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57200" y="4882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315200" y="4882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01498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069848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0058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 #5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100584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复现 Vue 生成 reasoning_content 缺失并合入修复。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74650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801368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17373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评审 #66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173736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You.com 搜索价值、密钥与安全配置后决定合入。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247802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532888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补齐最小 CI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246888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增加后端单测与前端 lint 的基础 GitHub Actions 门禁。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20954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264408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32004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指标进日报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57600" y="32004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Grafana / Prometheus 抽取 3–5 个关键运行指标。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394106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995928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39319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报告治理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57600" y="393192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合入或归档历史 Draft 日报，避免分支长期堆积。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D7EFEA"/>
          </a:solidFill>
          <a:ln w="12700">
            <a:solidFill>
              <a:srgbClr val="D7EF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82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4882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4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测试现状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77640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15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测试资产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18562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src/test 含 Facade、Parser、工作流与工具测试。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45059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前端具备 eslint、vue-tsc、prettier 脚本。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0449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工作流含 CodeGen / Concurrent / Subgraph 测试类。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6393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66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近期未见自动化回归结果入库。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39776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05840"/>
            <a:ext cx="3977640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115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流水线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18562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.github/workflows 业务 CI 配置。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245059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Actions 为 Copilot 动态检查（2026-03，成功）。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30449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日报依赖临时构建环境，未写入业务 package。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36393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3566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建议：PR 触发 mvn test 与 npm run lint。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D7EFEA"/>
          </a:solidFill>
          <a:ln w="12700">
            <a:solidFill>
              <a:srgbClr val="D7EF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82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4882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914400"/>
            <a:ext cx="2743200" cy="2743200"/>
          </a:xfrm>
          <a:prstGeom prst="ellipse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平台能力完整、主线稳定；近期以文档自动化为主，业务推进取决于缺陷修复与提案评审。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7772400" cy="56692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013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03120" y="1801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/ 可视化编辑 / 部署 / 管理 / 微服务 / 可观测齐备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7772400" cy="56692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87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03120" y="24871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日无业务提交；日报持续产出；#66 待审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7772400" cy="56692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729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03120" y="31729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体验缺陷 · CI 门禁缺失 · Draft 日报堆积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7772400" cy="56692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587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03120" y="38587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 #5 → 审 #66 → 加 CI → 指标入报 → 报告治理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2026-08-07 · yu-ai-code-mother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2026-08-07</dc:title>
  <dc:subject>AI 零代码应用生成平台项目状态</dc:subject>
  <dc:creator>yu-ai-code-mother 自动化日报</dc:creator>
  <cp:lastModifiedBy>yu-ai-code-mother 自动化日报</cp:lastModifiedBy>
  <cp:revision>1</cp:revision>
  <dcterms:created xsi:type="dcterms:W3CDTF">2026-08-07T09:10:46Z</dcterms:created>
  <dcterms:modified xsi:type="dcterms:W3CDTF">2026-08-07T09:10:46Z</dcterms:modified>
</cp:coreProperties>
</file>