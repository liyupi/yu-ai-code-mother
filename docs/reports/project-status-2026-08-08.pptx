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1554480"/>
            <a:ext cx="1280160" cy="12801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25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面向维护者与团队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2026-08-08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517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· 自动化日报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480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893918c · 教程第 14 期完成态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846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3566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定位与技术栈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对标大厂的企业级 AI 代码生成平台，教学 + 可运行完整工程。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3.5.4 / Java 21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AI：LangChain4j 1.1 + LangGraph4j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3.5 + Ant Design Vue + Vite 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缓存：Redis Session + Redisson + Caffeine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监控：Actuator + Prometheus + Grafana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09728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 + 微服务目录并存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96596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服务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 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283464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测试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JUnit 用例文件（无 CI 门禁）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370332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提交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主线停于 2025-08-26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工具调用生成文件；流式输出展示执行过程。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8064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实时预览生成应用；选中页面元素与 AI 对话，增量/全量修改。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66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50876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部署到云端、自动截封面、可访问链接分享，支持完整源码下载。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3429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5661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80644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用户/应用管理、精选案例、AI 调用与系统性能监控后台。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单体工程（src/）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langgraph4j / core / controller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限流模块 / generator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完整可运行的教学主线代码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含工作流、限流、Prompt 审查等优化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前端目录：yu-ai-code-mother-frontend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07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微服务（microservice/）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3776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 / app / ai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支撑模块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期改造完成基线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日无业务代码提交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主线仍停留在教程第 14 期微服务改造完成态（HEAD 893918c，2025-08-26）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76856"/>
            <a:ext cx="365760" cy="3657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50008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240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昨日日报已产出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24963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#77 Draft：project-status-2026-08-07.pptx（Teal Trust，10 页）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86207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990088"/>
            <a:ext cx="365760" cy="3657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632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953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日报节奏恢复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88720" y="320954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08-07 已补齐；08-01～08-05、08-07 连续 Draft 日报仍在队列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57530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7647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6667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开放协作项未动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88720" y="39227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/ #65 仍 OPEN；配套 PR #66（You.com）待审且可合并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28853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416552"/>
            <a:ext cx="365760" cy="3657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489704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43799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测试资产存在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88720" y="46360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 15 个测试类覆盖 AI 路由、工作流、截图与工具调用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git 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20116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· #65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20116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PR 待审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MERGEABLE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097280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97280"/>
            <a:ext cx="201168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9951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线上调用量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待接入运行环境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0040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887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可观测性与数据说明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580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仓库已配置 prometheus.yml（抓取 /api/actuator/prometheus）与 Grafana AI 模型看板 JSON。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业务指标（生成成功率、Token 成本、P95 延迟、部署次数）当前无自动化拉取；本页前三项为仓库侧可统计值，线上调用量待运行环境接入。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CI：无业务向 GitHub Actions 构建/测试工作流；历史仅有 Copilot 仓库访问检查（成功）。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生成缺陷未修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#5：reasoning_content 字段缺失，影响 Vue 工程生成体验，自 1 月开放至今。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1168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PR 长期挂起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 联网搜索）状态 OPEN/MERGEABLE，配套 Issue #65，超过两周未合并。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8892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889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6974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 门禁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971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缺少自动化构建与测试流水线，回归依赖本地执行，合并风险偏高。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56616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474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 PR 堆积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7490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Draft 日报 PR 未合并/关闭，增加仓库噪音，影响协作信号识别。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34340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434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251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业务主线静默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526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近一年日历维度无新业务提交；教学主线完成，运维与社区贡献需主动推进。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44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缺陷修复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73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#5：兼容 Vue 生成路径中的 reasoning 字段缺失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能力扩展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 #65/#66 You.com 联网搜索工具并决定合并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2044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质量门禁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CI：编译、单元测试与前端类型检查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43000"/>
            <a:ext cx="10972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344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指标闭环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1673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Prometheus / Grafana 拉取关键业务 KPI 入日报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31720"/>
            <a:ext cx="10972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报告治理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2862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合并或关闭历史 Draft 日报，保留最新链路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20440"/>
            <a:ext cx="10972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微服务运维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补齐演示环境一键启动与健康检查文档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优先排查 Vue 生成路径中 reasoning_content 缺失，给出兼容或模型适配补丁。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476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 #66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You.com 搜索工具代码审查与密钥/配置说明，决定合并或要求修订。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6974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落地最小 CI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971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Maven test + 前端 lint/type-check 的 Actions，对 master/PR 生效。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5021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474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指标入报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7490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若演示环境可用，接入生成次数/失败率图表，替换「待接入运行环境」字段。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793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251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清理日报队列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526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批量关闭或合并历史 Draft 日报，保留「最新一日」为权威状态源。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7DD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能力完备 · 主线静默 · 协作项待推进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7276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平台四大核心能力与单体/微服务双形态工程已就绪，教程第 14 期为当前完成基线。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39572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2402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日无业务提交；昨日日报 PR #77 已产出，今日继续生成状态汇报。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1868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阻塞焦点：#5 缺陷、#66 功能 PR 待审、缺少 CI 与可运营指标闭环。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04164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8862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建议优先级：修缺陷 → 审功能 PR → 建最小 CI → 指标入报 → 清理 Draft 日报。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2026-08-08</dc:title>
  <dc:subject>AI 零代码应用生成平台项目状态</dc:subject>
  <dc:creator>yu-ai-code-mother 日报自动化</dc:creator>
  <cp:lastModifiedBy>yu-ai-code-mother 日报自动化</cp:lastModifiedBy>
  <cp:revision>1</cp:revision>
  <dcterms:created xsi:type="dcterms:W3CDTF">2026-08-08T09:06:18Z</dcterms:created>
  <dcterms:modified xsi:type="dcterms:W3CDTF">2026-08-08T09:06:18Z</dcterms:modified>
</cp:coreProperties>
</file>