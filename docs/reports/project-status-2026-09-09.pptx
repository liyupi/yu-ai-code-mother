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C2F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07-24 周</c:v>
                  </c:pt>
                  <c:pt idx="1">
                    <c:v>07-28 周</c:v>
                  </c:pt>
                  <c:pt idx="2">
                    <c:v>08-05 周</c:v>
                  </c:pt>
                  <c:pt idx="3">
                    <c:v>08-12 周</c:v>
                  </c:pt>
                  <c:pt idx="4">
                    <c:v>08-26 周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17</c:v>
                </c:pt>
                <c:pt idx="2">
                  <c:v>10</c:v>
                </c:pt>
                <c:pt idx="3">
                  <c:v>16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C2F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0"/>
            <a:ext cx="2194560" cy="6858000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  ·  项目维护者日报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yu-ai-code-mother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面向项目维护者与研发团队的代码库快照，覆盖能力基线、近期变更、开放问题与下一步。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23A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 9 日  ·  北京时间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23A4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77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 893918c  ·  教程第 14 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23A4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团队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04120" y="640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010412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04120" y="2057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0104120" y="2679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104120" y="3474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104120" y="4096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104120" y="4892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0104120" y="5513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 CI 流水线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代码生成平台，单体与微服务双形态并存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70432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618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21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语言基线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11704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70432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12618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 3.5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3872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3.5.4 / 微服务 3.5.3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1704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70432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12618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3.5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1908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+ Ant Design Vue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98280" y="11704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1170432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299448" y="12618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双形态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9944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+ 7 模块微服务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56692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260604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670048"/>
            <a:ext cx="219456" cy="21945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15568" y="2606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定位与栈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85800" y="3090672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用户输入需求，平台自动路由生成策略，流式输出代码并支持可视化改稿、一键部署与后台治理。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后端：Spring Boot 3、LangChain4j 1.1、LangGraph4j 1.6-rc2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微服务：Spring Cloud Alibaba 2023.0.1 + Dubbo 3.3 + Nacos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3.5 + TypeScript + Pinia + Vite 7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缓存与会话：Redis / Redisson / Caffeine / Spring Session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可观测：Actuator + Prometheus + Grafana 配置已入库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309360" y="242316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510528" y="260604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670048"/>
            <a:ext cx="219456" cy="21945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967728" y="26060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仓库结构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6537960" y="3127248"/>
            <a:ext cx="4937760" cy="493776"/>
          </a:xfrm>
          <a:prstGeom prst="roundRect">
            <a:avLst>
              <a:gd name="adj" fmla="val 11111"/>
            </a:avLst>
          </a:prstGeom>
          <a:solidFill>
            <a:srgbClr val="E6F8F3"/>
          </a:solidFill>
          <a:ln/>
        </p:spPr>
      </p:sp>
      <p:sp>
        <p:nvSpPr>
          <p:cNvPr id="34" name="Text 30"/>
          <p:cNvSpPr/>
          <p:nvPr/>
        </p:nvSpPr>
        <p:spPr>
          <a:xfrm>
            <a:off x="6675120" y="31272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6675120" y="3346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单体应用（完整能力）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537960" y="3694176"/>
            <a:ext cx="4937760" cy="493776"/>
          </a:xfrm>
          <a:prstGeom prst="roundRect">
            <a:avLst>
              <a:gd name="adj" fmla="val 11111"/>
            </a:avLst>
          </a:prstGeom>
          <a:solidFill>
            <a:srgbClr val="D6F0EC"/>
          </a:solidFill>
          <a:ln/>
        </p:spPr>
      </p:sp>
      <p:sp>
        <p:nvSpPr>
          <p:cNvPr id="37" name="Text 33"/>
          <p:cNvSpPr/>
          <p:nvPr/>
        </p:nvSpPr>
        <p:spPr>
          <a:xfrm>
            <a:off x="6675120" y="36941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yu-ai-code-mother-frontend/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675120" y="39136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 + 管理端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537960" y="4261104"/>
            <a:ext cx="4937760" cy="493776"/>
          </a:xfrm>
          <a:prstGeom prst="roundRect">
            <a:avLst>
              <a:gd name="adj" fmla="val 11111"/>
            </a:avLst>
          </a:prstGeom>
          <a:solidFill>
            <a:srgbClr val="E6F8F3"/>
          </a:solidFill>
          <a:ln/>
        </p:spPr>
      </p:sp>
      <p:sp>
        <p:nvSpPr>
          <p:cNvPr id="40" name="Text 36"/>
          <p:cNvSpPr/>
          <p:nvPr/>
        </p:nvSpPr>
        <p:spPr>
          <a:xfrm>
            <a:off x="6675120" y="4261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yu-ai-code-mother-microservice/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6675120" y="44805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个子模块拆分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6537960" y="4828032"/>
            <a:ext cx="4937760" cy="493776"/>
          </a:xfrm>
          <a:prstGeom prst="roundRect">
            <a:avLst>
              <a:gd name="adj" fmla="val 11111"/>
            </a:avLst>
          </a:prstGeom>
          <a:solidFill>
            <a:srgbClr val="D6F0EC"/>
          </a:solidFill>
          <a:ln/>
        </p:spPr>
      </p:sp>
      <p:sp>
        <p:nvSpPr>
          <p:cNvPr id="43" name="Text 39"/>
          <p:cNvSpPr/>
          <p:nvPr/>
        </p:nvSpPr>
        <p:spPr>
          <a:xfrm>
            <a:off x="6675120" y="4828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6675120" y="504748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建表脚本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6537960" y="5394960"/>
            <a:ext cx="4937760" cy="493776"/>
          </a:xfrm>
          <a:prstGeom prst="roundRect">
            <a:avLst>
              <a:gd name="adj" fmla="val 11111"/>
            </a:avLst>
          </a:prstGeom>
          <a:solidFill>
            <a:srgbClr val="E6F8F3"/>
          </a:solidFill>
          <a:ln/>
        </p:spPr>
      </p:sp>
      <p:sp>
        <p:nvSpPr>
          <p:cNvPr id="46" name="Text 42"/>
          <p:cNvSpPr/>
          <p:nvPr/>
        </p:nvSpPr>
        <p:spPr>
          <a:xfrm>
            <a:off x="6675120" y="53949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/ prometheus.yml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6675120" y="561441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监控样例配置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四项能力已落地，覆盖生成、改稿、发布与治理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14630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5727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53312" y="1499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76656" y="2176272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按需求路由 HTML / 多文件 / Vue 工程；工具调用写文件；SSE 流式展示推理与执行过程。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09360" y="1170432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28816" y="14630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57276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05472" y="1499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528816" y="2176272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生成页实时预览；点选元素后与 AI 对话增量改稿，原生模式全量、工程模式增量。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57200" y="3730752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76656" y="402336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13308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53312" y="40599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76656" y="4736592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部署到云端、自动截封面、产出可访问地址；支持源码下载与精选案例。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309360" y="3730752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28816" y="402336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133088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05472" y="40599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6528816" y="4736592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用户、应用、对话管理；精选与优先级；限流、提示词审核与指标监控。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生成工作流、微服务拆分与 AI 工具面一眼对齐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56692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2588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89888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8992" y="13258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工作流节点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" y="182880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E6F8F3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 / 增强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377440" y="1828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PromptEnhancer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8368" y="242316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E6F8F3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图片并发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377440" y="2423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/ 插画 / 内容图 / 图表收集与聚合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301752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E6F8F3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377440" y="3017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CodeGenerator + QualityCheck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" y="361188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E6F8F3"/>
          </a:solidFill>
          <a:ln/>
        </p:spPr>
      </p:sp>
      <p:sp>
        <p:nvSpPr>
          <p:cNvPr id="22" name="Text 19"/>
          <p:cNvSpPr/>
          <p:nvPr/>
        </p:nvSpPr>
        <p:spPr>
          <a:xfrm>
            <a:off x="804672" y="3611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工程构建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377440" y="3611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ProjectBuilder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09360" y="1170432"/>
            <a:ext cx="53949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92240" y="132588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389888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31152" y="13258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 7 模块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537960" y="17830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537960" y="19842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公共、模型、内部 RPC 接口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537960" y="22768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537960" y="24780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登录注册与用户治理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537960" y="27706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537960" y="29718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应用、对话、静态资源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537960" y="32644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6537960" y="34655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模型、工具、护栏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537960" y="37581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537960" y="39593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网页截图与封面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57200" y="4617720"/>
            <a:ext cx="11247120" cy="1691640"/>
          </a:xfrm>
          <a:prstGeom prst="roundRect">
            <a:avLst>
              <a:gd name="adj" fmla="val 5405"/>
            </a:avLst>
          </a:prstGeom>
          <a:solidFill>
            <a:srgbClr val="014F56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754880"/>
            <a:ext cx="256032" cy="25603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051560" y="471830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工具面与生成模式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685800" y="51023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工具：FileWrite / Read / Modify / Delete / DirRead · Exit　　护栏：Prompt 安全输入 + 重试输出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685800" y="5413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模式：HTML 原生  ·  MULTI_FILE 多文件  ·  VUE_PROJECT 工程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685800" y="570585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前端：首页、对话预览、应用编辑、登录注册、后台管理（应用 / 用户 / 对话）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 master 无业务提交；能力基线仍停在教程第 14 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657600" cy="5166360"/>
          </a:xfrm>
          <a:prstGeom prst="roundRect">
            <a:avLst>
              <a:gd name="adj" fmla="val 2500"/>
            </a:avLst>
          </a:prstGeom>
          <a:solidFill>
            <a:srgbClr val="014F5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业务提交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仍为 893918c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 2025-08-26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距今约 379 天冻结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昨日日报 PR #106（Draft）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5212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自动化仅新增报告文件，未改业务代码。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170432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170432"/>
            <a:ext cx="91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280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1261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10 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162763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工作流与图片并发收集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219456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2194560"/>
            <a:ext cx="91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286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11 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26517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 / 实时 / 限流 / Prompt 审查 / 成本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7680" y="3218688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3218688"/>
            <a:ext cx="91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328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3101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12–13 期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367588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 + 可观测性（Prometheus / Grafana）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97680" y="4242816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4242816"/>
            <a:ext cx="91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4352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43342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14 期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0" y="470001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微服务改造完成，保留完整单体代码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97680" y="5266944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97680" y="5266944"/>
            <a:ext cx="91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5376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53583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72000" y="572414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日报 #106，内容与今日基线一致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以下为仓库静态盘点；线上调用量、延迟、成本在本环境无运行数据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276148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261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 Java 文件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已排除 vendor 拷贝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64992" y="1170432"/>
            <a:ext cx="276148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02152" y="1261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02152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页面/组件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02152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个业务页面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2784" y="1170432"/>
            <a:ext cx="276148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9944" y="1261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9944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9944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多依赖外部模型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0576" y="1170432"/>
            <a:ext cx="276148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17736" y="1261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379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317736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冻结天数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17736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 2025-08-26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907792"/>
            <a:ext cx="690372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0358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最后活跃月提交量（2025-07 / 08）</a:t>
            </a:r>
            <a:endParaRPr lang="en-US" sz="15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94360" y="3383280"/>
          <a:ext cx="67665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7589520" y="2907792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77240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运行指标说明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772400" y="347472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生成成功率、TTFT、Token 成本与部署成功率：本环境无采集结果。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抓取本机 Actuator 指标，告警规则仍注释未启用。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 共 3 个；日报 Draft 已积压到 PR 106。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与测试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仓库未配置 GitHub Actions；近期 Actions 记录与业务构建无关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444752"/>
            <a:ext cx="475488" cy="475488"/>
          </a:xfrm>
          <a:prstGeom prst="ellipse">
            <a:avLst/>
          </a:prstGeom>
          <a:solidFill>
            <a:srgbClr val="C45C2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5448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146304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构建流水线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85800" y="2130552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.github/workflows。无法自动验证单体 / 微服务 / 前端构建。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09360" y="1170432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144475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55448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50608" y="146304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后端测试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537960" y="2130552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个测试类，覆盖工作流、工具、解析与路由；多数需模型密钥，本环境未执行。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57200" y="3730752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4005072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11480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98448" y="40233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前端质量门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85800" y="4690872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/ prettier / vue-tsc 已配；package.json 无单测脚本。Issue #81 反映清华镜像装包 404。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309360" y="3730752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37960" y="4005072"/>
            <a:ext cx="475488" cy="475488"/>
          </a:xfrm>
          <a:prstGeom prst="ellipse">
            <a:avLst/>
          </a:prstGeom>
          <a:solidFill>
            <a:srgbClr val="014F5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114800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50608" y="40233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远程 Actions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6537960" y="4690872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最近成功记录为 2026-03 Copilot coding agent 仓库访问检查，非项目 CI。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 与结构性风险并列，优先处理会影响学员落地的缺陷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736092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536192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645920"/>
            <a:ext cx="457200" cy="457200"/>
          </a:xfrm>
          <a:prstGeom prst="ellipse">
            <a:avLst/>
          </a:prstGeom>
          <a:solidFill>
            <a:srgbClr val="B4231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6479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53312" y="1307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缺陷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53312" y="16002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生成缺 reasoning_content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353312" y="1984248"/>
            <a:ext cx="6263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与 tool-calls 报错，工程模式可能中断。今年 1 月起仍开放。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807208"/>
            <a:ext cx="736092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807208"/>
            <a:ext cx="91440" cy="1536192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232" y="3310128"/>
            <a:ext cx="457200" cy="457200"/>
          </a:xfrm>
          <a:prstGeom prst="ellipse">
            <a:avLst/>
          </a:prstGeom>
          <a:solidFill>
            <a:srgbClr val="C45C2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42900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53312" y="2971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  阻塞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353312" y="326440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npm 清华镜像 404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1353312" y="3648456"/>
            <a:ext cx="6263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@vitejs/plugin-vue@6 在 tuna 镜像缺失，按教程装包失败。8 月 28 日提出。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57200" y="4471416"/>
            <a:ext cx="736092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" y="4471416"/>
            <a:ext cx="91440" cy="15361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0"/>
          <p:cNvSpPr/>
          <p:nvPr/>
        </p:nvSpPr>
        <p:spPr>
          <a:xfrm>
            <a:off x="713232" y="49743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5093208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53312" y="46360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  提案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353312" y="492861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联网搜索工具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1353312" y="5312664"/>
            <a:ext cx="6263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拟为 Vue 工程模式增加实时检索。尚无评论与排期，需评估密钥和成本。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046720" y="1143000"/>
            <a:ext cx="3657600" cy="5074920"/>
          </a:xfrm>
          <a:prstGeom prst="roundRect">
            <a:avLst>
              <a:gd name="adj" fmla="val 2500"/>
            </a:avLst>
          </a:prstGeom>
          <a:solidFill>
            <a:srgbClr val="014F56"/>
          </a:solidFill>
          <a:ln/>
        </p:spPr>
      </p:sp>
      <p:sp>
        <p:nvSpPr>
          <p:cNvPr id="30" name="Text 25"/>
          <p:cNvSpPr/>
          <p:nvPr/>
        </p:nvSpPr>
        <p:spPr>
          <a:xfrm>
            <a:off x="83210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结构性风险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32104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8641080" y="1874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单体与微服务双份代码，修一处易漏另一处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832104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8641080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beta / LangGraph4j RC，升级窗口拉长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832104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8641080" y="3520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拷贝含调试输出与未完成标记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832104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8641080" y="4343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 Draft 连续积压，未合入主分支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8321040" y="5166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8641080" y="5166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CI，回归只能靠人工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先修阻塞学员的缺陷，再补最小护栏，最后再谈新能力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1298448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2984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27632" y="122529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Issue #5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27632" y="157276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DeepSeek thinking 模式下 tool-calls 的 reasoning_content，恢复 Vue 工程生成。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340864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3408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27632" y="226771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前端安装文档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27632" y="261518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README 注明官方 registry 或可用镜像，给出 #81 的绕过步骤。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33832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83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27632" y="331012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最小 CI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27632" y="3657600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为单体编译与前端 type-check / lint 加 GitHub Actions，不依赖模型密钥。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42816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4425696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4256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27632" y="435254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明确默认形态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27632" y="4700016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文档标明教学默认跑单体还是微服务，避免双份代码分叉。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285232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2A2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5468112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4681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27632" y="539496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治理日报与提案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27632" y="57424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合并或关闭积压 Draft；评估 #65 You.com 搜索的密钥、配额与必要性。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能力完整，代码冻结，治理优先于新功能。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023A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基线稳定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四项核心能力与双形态架构已在第 14 期交付，教学主线可复现。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023A4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772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变更停滞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0632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日与近一年业务仓均无提交。日报自动化只产 Draft，产品能力未变。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023A40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6676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风险可见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6760" y="30632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与 #81 卡住学员路径。无 CI、预发布依赖、双份代码属于中期债务。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下一动作：修 #5 → 补安装说明 → 加最小 CI。报告文件：docs/reports/project-status-2026-09-09.pptx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2026-09-09  ·  10 / 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2026-09-09</dc:title>
  <dc:subject>AI 零代码应用生成平台项目状态</dc:subject>
  <dc:creator>yu-ai-code-mother 日报自动化</dc:creator>
  <cp:lastModifiedBy>yu-ai-code-mother 日报自动化</cp:lastModifiedBy>
  <cp:revision>1</cp:revision>
  <dcterms:created xsi:type="dcterms:W3CDTF">2026-09-09T09:20:21Z</dcterms:created>
  <dcterms:modified xsi:type="dcterms:W3CDTF">2026-09-09T09:20:21Z</dcterms:modified>
</cp:coreProperties>
</file>