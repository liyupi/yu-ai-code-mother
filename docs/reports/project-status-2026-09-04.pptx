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120640"/>
            <a:ext cx="1828800" cy="1828800"/>
          </a:xfrm>
          <a:prstGeom prst="ellipse">
            <a:avLst/>
          </a:prstGeom>
          <a:solidFill>
            <a:srgbClr val="0D3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5852160"/>
            <a:ext cx="1097280" cy="1097280"/>
          </a:xfrm>
          <a:prstGeom prst="ellipse">
            <a:avLst/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YU-AI-CODE-MOTHER  ·  DAILY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2412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每日项目状态汇报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AI 零代码应用生成平台  ·  面向项目维护者与教学团队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91840"/>
            <a:ext cx="3977639" cy="438912"/>
          </a:xfrm>
          <a:prstGeom prst="roundRect">
            <a:avLst>
              <a:gd name="adj" fmla="val 25000"/>
            </a:avLst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46704"/>
            <a:ext cx="37947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2026 年 9 月 4 日  ·  星期五  ·  北京时间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0E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79392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分析窗口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90288"/>
            <a:ext cx="2743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近 7 日优先
并向后回看基线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416052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0E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4279392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代码基线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590288"/>
            <a:ext cx="2743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教程第 14 期
2025-08-26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16052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0E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279392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仓库状态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590288"/>
            <a:ext cx="2743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master 无新提交
3 个开放 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6364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4D0CB"/>
                </a:solidFill>
                <a:latin typeface="Calibri"/>
                <a:ea typeface="Microsoft YaHei"/>
                <a:cs typeface="Calibri"/>
              </a:rPr>
              <a:t>数据来源：README、主模块目录、git log、GitHub Issues / Actions  ·  不含业务代码变更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yu-ai-code-mother  ·  每日项目状态  ·  2026-09-04  ·  仅供团队内部对齐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8A82"/>
                </a:solidFill>
                <a:latin typeface="Calibri"/>
                <a:ea typeface="Microsoft YaHei"/>
                <a:cs typeface="Calibri"/>
              </a:rPr>
              <a:t>01  / 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今日要点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02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91440" cy="1691640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34440"/>
            <a:ext cx="22860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22860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近 7 日提交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212848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master 无业务变更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14300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143000"/>
            <a:ext cx="91440" cy="1691640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234440"/>
            <a:ext cx="22860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5C4A"/>
                </a:solidFill>
                <a:latin typeface="Georgia"/>
                <a:ea typeface="Microsoft YaHei"/>
                <a:cs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1901952"/>
            <a:ext cx="22860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开放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212848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#5  #65  #81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14300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143000"/>
            <a:ext cx="91440" cy="1691640"/>
          </a:xfrm>
          <a:prstGeom prst="rect">
            <a:avLst/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234440"/>
            <a:ext cx="22860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8A82"/>
                </a:solidFill>
                <a:latin typeface="Georgia"/>
                <a:ea typeface="Microsoft YaHei"/>
                <a:cs typeface="Georgia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901952"/>
            <a:ext cx="22860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教程基线期数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212848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微服务改造已完成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14300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1143000"/>
            <a:ext cx="91440" cy="1691640"/>
          </a:xfrm>
          <a:prstGeom prst="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1234440"/>
            <a:ext cx="22860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98A12"/>
                </a:solidFill>
                <a:latin typeface="Georgia"/>
                <a:ea typeface="Microsoft YaHei"/>
                <a:cs typeface="Georgia"/>
              </a:rPr>
              <a:t>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1901952"/>
            <a:ext cx="22860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项目级 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212848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仓库无 workflows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0632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4088" y="3319272"/>
            <a:ext cx="347472" cy="347472"/>
          </a:xfrm>
          <a:prstGeom prst="ellipse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3355848"/>
            <a:ext cx="3108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264408"/>
            <a:ext cx="45720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当前能力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611880"/>
            <a:ext cx="4572000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智能生成、可视化编辑、一键部署分享、企业级后台与可观测性均已在教学基线落地。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0632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27648" y="3319272"/>
            <a:ext cx="347472" cy="347472"/>
          </a:xfrm>
          <a:prstGeom prst="ellipse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3355848"/>
            <a:ext cx="3108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264408"/>
            <a:ext cx="45720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近期变更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3611880"/>
            <a:ext cx="4572000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昨日与近 7 日 master 无业务提交；仓库活跃主要来自连续 Draft 日报 PR（#94–#101）。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48056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4088" y="4736592"/>
            <a:ext cx="347472" cy="347472"/>
          </a:xfrm>
          <a:prstGeom prst="ellipse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" y="4773168"/>
            <a:ext cx="3108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681728"/>
            <a:ext cx="45720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未完成项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029200"/>
            <a:ext cx="4572000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Vue 生成缺 reasoning_content（#5）、清华 npm 镜像 404（#81）、You.com 联网搜索未落地（#65）。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448056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27648" y="4736592"/>
            <a:ext cx="347472" cy="347472"/>
          </a:xfrm>
          <a:prstGeom prst="ellipse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4773168"/>
            <a:ext cx="3108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4681728"/>
            <a:ext cx="45720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建议下一步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5029200"/>
            <a:ext cx="4572000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优先修补 DeepSeek 推理字段；补前端安装说明；补最小 CI；产品指标接入生产后再汇报。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yu-ai-code-mother  ·  每日项目状态  ·  2026-09-04  ·  仅供团队内部对齐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8A82"/>
                </a:solidFill>
                <a:latin typeface="Calibri"/>
                <a:ea typeface="Microsoft YaHei"/>
                <a:cs typeface="Calibri"/>
              </a:rPr>
              <a:t>02  / 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项目概览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03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6720840" cy="416052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61872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产品定位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1792224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719072"/>
            <a:ext cx="5943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教学向企业级 AI 代码生成平台：用户描述需求，平台自动选择策略并生成可预览、可部署的应用。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45059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5943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对标大厂「AI 应用生成器」场景，覆盖智能体、工作流、微服务与可观测性，而非单纯 CRUD。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108960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035808"/>
            <a:ext cx="5943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双形态交付：根目录保留完整单体（Spring Boot 3.5.4），另有 yu-ai-code-mother-microservice 拆分。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767328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94176"/>
            <a:ext cx="5943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前端 Vue 3 + TypeScript + Ant Design Vue，对话页以 SSE 实时展示生成过程并预览网站。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25696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352544"/>
            <a:ext cx="5943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作者为程序员鱼皮；仓库定位为教程项目，含视频、文字与面试配套，非独立商业运营仓。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115568"/>
            <a:ext cx="4251960" cy="4160520"/>
          </a:xfrm>
          <a:prstGeom prst="roundRect">
            <a:avLst>
              <a:gd name="adj" fmla="val 8000"/>
            </a:avLst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128016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技术栈快照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1737360"/>
            <a:ext cx="1051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后端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737360"/>
            <a:ext cx="2788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Spring Boot 3.5.4  ·  Java 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139696"/>
            <a:ext cx="1051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139696"/>
            <a:ext cx="2788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LangChain4j 1.1.0  ·  LangGraph4j 1.6.0-rc2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542032"/>
            <a:ext cx="1051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542032"/>
            <a:ext cx="2788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DeepSeek Chat / Reasoner  ·  通义路由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944368"/>
            <a:ext cx="1051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944368"/>
            <a:ext cx="2788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MySQL  ·  Redis Session / 记忆 / 缓存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346704"/>
            <a:ext cx="1051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限流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346704"/>
            <a:ext cx="2788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Redisson 3.50  ·  用户维度 5 次/分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749040"/>
            <a:ext cx="1051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微服务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749040"/>
            <a:ext cx="2788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Spring Cloud Alibaba  ·  Dubbo 3.3  ·  Nacos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151376"/>
            <a:ext cx="1051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前端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151376"/>
            <a:ext cx="2788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Vue 3.5  ·  Vite 7  ·  Pinia  ·  Axios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553712"/>
            <a:ext cx="1051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4553712"/>
            <a:ext cx="2788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Actuator  ·  Prometheus  ·  Grafana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44068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486400"/>
            <a:ext cx="237744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978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累计提交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544068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5486400"/>
            <a:ext cx="237744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154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58978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单体 Java 文件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544068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5486400"/>
            <a:ext cx="237744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8978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前端 Vue 组件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69680" y="544068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06840" y="5486400"/>
            <a:ext cx="237744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58978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后端测试类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yu-ai-code-mother  ·  每日项目状态  ·  2026-09-04  ·  仅供团队内部对齐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8A82"/>
                </a:solidFill>
                <a:latin typeface="Calibri"/>
                <a:ea typeface="Microsoft YaHei"/>
                <a:cs typeface="Calibri"/>
              </a:rPr>
              <a:t>03  / 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核心能力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04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5349240" cy="239572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15568"/>
            <a:ext cx="5349240" cy="109728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1408176"/>
            <a:ext cx="329184" cy="329184"/>
          </a:xfrm>
          <a:prstGeom prst="ellipse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1408176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智能代码生成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92808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按需求路由 HTML / 多文件 / Vue 工程三种策略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368296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工具调用写改删文件，SSE 流式展示执行过程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843784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Prompt 安全护栏 + 输出重试，降低违规与空结果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115568"/>
            <a:ext cx="5349240" cy="239572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115568"/>
            <a:ext cx="5349240" cy="109728"/>
          </a:xfrm>
          <a:prstGeom prst="rect">
            <a:avLst/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1408176"/>
            <a:ext cx="329184" cy="329184"/>
          </a:xfrm>
          <a:prstGeom prst="ellipse">
            <a:avLst/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3448" y="1408176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可视化编辑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1892808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生成结果实时预览，可选中页面元素继续对话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2368296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原生模式全量改写，工程模式增量改文件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2843784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对话历史落库并经 Redis 做多租户记忆隔离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03320"/>
            <a:ext cx="5349240" cy="239572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703320"/>
            <a:ext cx="5349240" cy="109728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8" y="3995928"/>
            <a:ext cx="329184" cy="329184"/>
          </a:xfrm>
          <a:prstGeom prst="ellipse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3995928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一键部署分享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48056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部署后给出可访问地址，自动截取封面图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956048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支持完整项目打包下载，便于二次开发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5431536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精选应用可在首页分页展示，便于案例传播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703320"/>
            <a:ext cx="5349240" cy="239572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703320"/>
            <a:ext cx="5349240" cy="109728"/>
          </a:xfrm>
          <a:prstGeom prst="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56248" y="3995928"/>
            <a:ext cx="329184" cy="329184"/>
          </a:xfrm>
          <a:prstGeom prst="ellipse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13448" y="3995928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企业级管理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448056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用户 / 应用 / 对话后台，管理员可设精选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4956048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Redisson 限流、COS 存储、权限切面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1112" y="5431536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▸  AI 调用指标采集，对接 Prometheus / Grafana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yu-ai-code-mother  ·  每日项目状态  ·  2026-09-04  ·  仅供团队内部对齐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8A82"/>
                </a:solidFill>
                <a:latin typeface="Calibri"/>
                <a:ea typeface="Microsoft YaHei"/>
                <a:cs typeface="Calibri"/>
              </a:rPr>
              <a:t>04  /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模块与架构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05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单体（教学主路径）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src/main/java/com.yupi.yuaicodemother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1965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ai /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65960"/>
            <a:ext cx="3154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生成门面、解析保存、路由与工具管理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86584"/>
            <a:ext cx="1965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langgraph4j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386584"/>
            <a:ext cx="3154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工作流、并发采图、质量检查子图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07208"/>
            <a:ext cx="1965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807208"/>
            <a:ext cx="3154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应用 / 用户 / 历史 / 静态资源 / 工作流 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27832"/>
            <a:ext cx="1965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monitor + ratelimter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227832"/>
            <a:ext cx="3154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模型指标、用户级限流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48456"/>
            <a:ext cx="1965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648456"/>
            <a:ext cx="3154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应用、用户、截图、下载、对话历史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115568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234440"/>
            <a:ext cx="50749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微服务（第 14 期完成）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572768"/>
            <a:ext cx="50749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Spring Cloud Alibaba + Dubbo + Nacos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965960"/>
            <a:ext cx="2331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common / model /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1965960"/>
            <a:ext cx="2651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通用、领域模型、RPC 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86584"/>
            <a:ext cx="2331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yu-ai-code-user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386584"/>
            <a:ext cx="2651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账号、鉴权、会话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807208"/>
            <a:ext cx="2331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yu-ai-code-app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2807208"/>
            <a:ext cx="2651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应用、对话、生成编排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227832"/>
            <a:ext cx="2331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yu-ai-code-ai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227832"/>
            <a:ext cx="2651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模型、工具、工作流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648456"/>
            <a:ext cx="2331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yu-ai-code-screenshot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648456"/>
            <a:ext cx="2651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网页截图与封面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526280"/>
            <a:ext cx="11201400" cy="169164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645152"/>
            <a:ext cx="109728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前端页面（yu-ai-code-mother-frontend）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07492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12080"/>
            <a:ext cx="1280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首页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75688" y="507492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75688" y="5212080"/>
            <a:ext cx="1280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对话生成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65576" y="507492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65576" y="5212080"/>
            <a:ext cx="1280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应用编辑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55464" y="507492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55464" y="5212080"/>
            <a:ext cx="1280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应用管理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45352" y="507492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45352" y="5212080"/>
            <a:ext cx="1280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用户管理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507492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5212080"/>
            <a:ext cx="1280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对话管理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25128" y="507492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25128" y="5212080"/>
            <a:ext cx="1280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登录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415016" y="507492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15016" y="5212080"/>
            <a:ext cx="1280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5C56"/>
                </a:solidFill>
                <a:latin typeface="Calibri"/>
                <a:ea typeface="Microsoft YaHei"/>
                <a:cs typeface="Calibri"/>
              </a:rPr>
              <a:t>注册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yu-ai-code-mother  ·  每日项目状态  ·  2026-09-04  ·  仅供团队内部对齐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8A82"/>
                </a:solidFill>
                <a:latin typeface="Calibri"/>
                <a:ea typeface="Microsoft YaHei"/>
                <a:cs typeface="Calibri"/>
              </a:rPr>
              <a:t>05  / 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近期进展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06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11201400" cy="1234440"/>
          </a:xfrm>
          <a:prstGeom prst="roundRect">
            <a:avLst>
              <a:gd name="adj" fmla="val 8000"/>
            </a:avLst>
          </a:prstGeom>
          <a:solidFill>
            <a:srgbClr val="FBF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61872"/>
            <a:ext cx="106070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8A5A00"/>
                </a:solidFill>
                <a:latin typeface="Georgia"/>
                <a:ea typeface="Microsoft YaHei"/>
                <a:cs typeface="Georgia"/>
              </a:rPr>
              <a:t>近 7 日（2026-08-28 至 2026-09-04）master 无业务提交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git log --since="7 days ago" 为空。最近一次业务提交仍是 2025-08-26「教程第 14 期 - 微服务改造完成（包含完整单体项目代码）」。仓库近一个月的可见活动以自动化日报 Draft PR 为主。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5532120" cy="361188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51760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教学基线里程碑（已完成）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27248"/>
            <a:ext cx="1051560" cy="329184"/>
          </a:xfrm>
          <a:prstGeom prst="roundRect">
            <a:avLst>
              <a:gd name="adj" fmla="val 15000"/>
            </a:avLst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45536"/>
            <a:ext cx="1051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第 10 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090672"/>
            <a:ext cx="3840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LangGraph4j 工作流与并发采图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84448"/>
            <a:ext cx="1051560" cy="329184"/>
          </a:xfrm>
          <a:prstGeom prst="roundRect">
            <a:avLst>
              <a:gd name="adj" fmla="val 15000"/>
            </a:avLst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02736"/>
            <a:ext cx="1051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第 11 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547872"/>
            <a:ext cx="3840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并发 / 缓存 / 限流 / Prompt 审查 / 成本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41648"/>
            <a:ext cx="1051560" cy="329184"/>
          </a:xfrm>
          <a:prstGeom prst="roundRect">
            <a:avLst>
              <a:gd name="adj" fmla="val 15000"/>
            </a:avLst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59936"/>
            <a:ext cx="1051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第 12 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005072"/>
            <a:ext cx="3840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部署上线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98848"/>
            <a:ext cx="1051560" cy="329184"/>
          </a:xfrm>
          <a:prstGeom prst="roundRect">
            <a:avLst>
              <a:gd name="adj" fmla="val 15000"/>
            </a:avLst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17136"/>
            <a:ext cx="1051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第 13 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462272"/>
            <a:ext cx="3840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可观测性（指标采集 + Grafana）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56048"/>
            <a:ext cx="1051560" cy="329184"/>
          </a:xfrm>
          <a:prstGeom prst="roundRect">
            <a:avLst>
              <a:gd name="adj" fmla="val 15000"/>
            </a:avLst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74336"/>
            <a:ext cx="1051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第 14 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919472"/>
            <a:ext cx="3840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微服务拆分完成，单体代码同步保留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514600"/>
            <a:ext cx="5440680" cy="361188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50749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昨日与社区动态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90672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1.  昨日（2026-09-03）已产出日报 PPT，对应 Draft PR #101。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62102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2.  近两周连续 Draft：#87–#101，均未合入 master，避免污染业务树。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151376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3.  Issue #81 提问者后续改用 yarn 观察进度，问题仍开放。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681728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4.  Issue #5 社区建议：换非推理模型，或为 assistant 消息补 reasoning_content。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212080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5.  Issue #65 You.com 搜索仍为方案提案，代码未合入。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yu-ai-code-mother  ·  每日项目状态  ·  2026-09-04  ·  仅供团队内部对齐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8A82"/>
                </a:solidFill>
                <a:latin typeface="Calibri"/>
                <a:ea typeface="Microsoft YaHei"/>
                <a:cs typeface="Calibri"/>
              </a:rPr>
              <a:t>06  / 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数据与指标要点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07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工程侧数字来自当前仓库统计；产品侧运营指标尚未接入生产，以下标注「待接入」。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3246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29968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git 提交总数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3246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2025-07-24 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444752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554480"/>
            <a:ext cx="3246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2029968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微服务子模块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2286000"/>
            <a:ext cx="3246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含 common / client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998" y="1444752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8" y="1554480"/>
            <a:ext cx="3246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8" y="2029968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AI 文件工具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8" y="2286000"/>
            <a:ext cx="3246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读写改删目录退出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70632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80360"/>
            <a:ext cx="3246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355848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生成策略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11880"/>
            <a:ext cx="3246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HTML / 多文件 / Vue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59" y="2770632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39" y="2880360"/>
            <a:ext cx="3246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3355848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前端页面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39" y="3611880"/>
            <a:ext cx="3246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含管理与鉴权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0998" y="2770632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8" y="2880360"/>
            <a:ext cx="3246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5C56"/>
                </a:solidFill>
                <a:latin typeface="Georgia"/>
                <a:ea typeface="Microsoft YaHei"/>
                <a:cs typeface="Georgia"/>
              </a:rPr>
              <a:t>15s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8" y="3355848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Microsoft YaHei"/>
                <a:cs typeface="Calibri"/>
              </a:rPr>
              <a:t>Prometheus 间隔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8" y="3611880"/>
            <a:ext cx="3246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6562"/>
                </a:solidFill>
                <a:latin typeface="Calibri"/>
                <a:ea typeface="Microsoft YaHei"/>
                <a:cs typeface="Calibri"/>
              </a:rPr>
              <a:t>应用抓取 10s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206240"/>
            <a:ext cx="11201400" cy="2011680"/>
          </a:xfrm>
          <a:prstGeom prst="roundRect">
            <a:avLst>
              <a:gd name="adj" fmla="val 8000"/>
            </a:avLst>
          </a:prstGeom>
          <a:solidFill>
            <a:srgbClr val="143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315968"/>
            <a:ext cx="106070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2EC4B6"/>
                </a:solidFill>
                <a:latin typeface="Georgia"/>
                <a:ea typeface="Microsoft YaHei"/>
                <a:cs typeface="Georgia"/>
              </a:rPr>
              <a:t>产品指标（待接入生产，本页为监控缺口说明，不是虚构业务数据）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2057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待接入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257800"/>
            <a:ext cx="2057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日生成次数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754880"/>
            <a:ext cx="2057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待接入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257800"/>
            <a:ext cx="2057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Token 消耗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754880"/>
            <a:ext cx="2057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待接入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257800"/>
            <a:ext cx="2057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部署成功率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754880"/>
            <a:ext cx="2057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待接入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257800"/>
            <a:ext cx="2057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生成 P95 时延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4754880"/>
            <a:ext cx="2057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待接入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5257800"/>
            <a:ext cx="2057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限流拦截次数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687568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接入建议：复用已有 AiModelMetricsCollector 与 /api/actuator/prometheus，补日生成、部署成败与时延直方图即可。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yu-ai-code-mother  ·  每日项目状态  ·  2026-09-04  ·  仅供团队内部对齐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8A82"/>
                </a:solidFill>
                <a:latin typeface="Calibri"/>
                <a:ea typeface="Microsoft YaHei"/>
                <a:cs typeface="Calibri"/>
              </a:rPr>
              <a:t>07  / 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风险与问题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08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97280"/>
            <a:ext cx="109728" cy="1143000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298448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98448"/>
            <a:ext cx="502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261872"/>
            <a:ext cx="98755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#5  Vue 工程生成中断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591056"/>
            <a:ext cx="99669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DeepSeek 推理接口要求 assistant 消息携带 reasoning_content。LangChain4j 1.1.0 未带回写该字段，工具调用第二轮会 400。社区确认换非推理模型可绕过，根因未修。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3172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331720"/>
            <a:ext cx="109728" cy="1143000"/>
          </a:xfrm>
          <a:prstGeom prst="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532888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532888"/>
            <a:ext cx="502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496312"/>
            <a:ext cx="98755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#81  前端依赖安装失败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825496"/>
            <a:ext cx="99669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清华 npm 镜像对 @vitejs/plugin-vue@^6.0.0 返回 404。提问者改用 yarn 仅改善进度可见性，镜像缺口仍在。新学员按视频设置镜像会卡在第一步。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6616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66160"/>
            <a:ext cx="109728" cy="1143000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767328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67328"/>
            <a:ext cx="502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730752"/>
            <a:ext cx="98755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#65  联网搜索未落地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59936"/>
            <a:ext cx="99669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提案在 VUE_PROJECT 增加 You.com Search 工具。能提升时效资料，但引入新 API 密钥与外网依赖，需评估成本、失败降级与 Prompt 注入面。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0060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800600"/>
            <a:ext cx="109728" cy="1143000"/>
          </a:xfrm>
          <a:prstGeom prst="rect">
            <a:avLst/>
          </a:prstGeom>
          <a:solidFill>
            <a:srgbClr val="2C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5001768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2C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01768"/>
            <a:ext cx="502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965192"/>
            <a:ext cx="98755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仓库长期冻结 + 无 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294376"/>
            <a:ext cx="99669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业务代码停更逾一年。无 .github/workflows，15 个测试类含外部 API 依赖，回归只能靠人工。中间态微服务提交注明不可单独使用。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yu-ai-code-mother  ·  每日项目状态  ·  2026-09-04  ·  仅供团队内部对齐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8A82"/>
                </a:solidFill>
                <a:latin typeface="Calibri"/>
                <a:ea typeface="Microsoft YaHei"/>
                <a:cs typeface="Calibri"/>
              </a:rPr>
              <a:t>08  / 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下一步计划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09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11201400" cy="93268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566928" cy="384048"/>
          </a:xfrm>
          <a:prstGeom prst="roundRect">
            <a:avLst>
              <a:gd name="adj" fmla="val 15000"/>
            </a:avLst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56692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225296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修复 #5 推理字段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536192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在流式工具调用路径为 assistant 回写 reasoning_content，或默认 Vue 工程走 deepseek-chat。补一条不依赖外网密钥的回归用例。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03120"/>
            <a:ext cx="11201400" cy="93268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359152"/>
            <a:ext cx="566928" cy="384048"/>
          </a:xfrm>
          <a:prstGeom prst="roundRect">
            <a:avLst>
              <a:gd name="adj" fmla="val 15000"/>
            </a:avLst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56692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212848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降低前端安装门槛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523744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README / 前端说明改为官方 registry，注明清华镜像对 scoped 包可能 404。可附 yarn / pnpm 备选，关闭或回复 #81。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0672"/>
            <a:ext cx="11201400" cy="93268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346704"/>
            <a:ext cx="566928" cy="384048"/>
          </a:xfrm>
          <a:prstGeom prst="roundRect">
            <a:avLst>
              <a:gd name="adj" fmla="val 15000"/>
            </a:avLst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64992"/>
            <a:ext cx="56692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00400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补最小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11296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增加 GitHub Actions：前端 lint + type-check；后端对无密钥单测。当前仅有 2026-03 Copilot 仓访问检查，不能当质量门禁。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78224"/>
            <a:ext cx="11201400" cy="93268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334256"/>
            <a:ext cx="566928" cy="384048"/>
          </a:xfrm>
          <a:prstGeom prst="roundRect">
            <a:avLst>
              <a:gd name="adj" fmla="val 15000"/>
            </a:avLst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52544"/>
            <a:ext cx="56692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187952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评估 #65 搜索工具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498848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若做：独立 Tool、超时与空结果降级、密钥走环境变量。若暂缓：在 Issue 标明范围与不做原因，避免长期空悬。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065776"/>
            <a:ext cx="11201400" cy="93268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5321808"/>
            <a:ext cx="566928" cy="384048"/>
          </a:xfrm>
          <a:prstGeom prst="roundRect">
            <a:avLst>
              <a:gd name="adj" fmla="val 15000"/>
            </a:avLst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40096"/>
            <a:ext cx="56692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P2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75504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接通产品指标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把日生成、Token、部署成功率、P95 从「待接入」变成看板数字。Grafana 已有 ai_model 配置，缺的是稳定采集与告警规则。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6EEEA"/>
                </a:solidFill>
                <a:latin typeface="Calibri"/>
                <a:ea typeface="Microsoft YaHei"/>
                <a:cs typeface="Calibri"/>
              </a:rPr>
              <a:t>yu-ai-code-mother  ·  每日项目状态  ·  2026-09-04  ·  仅供团队内部对齐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8A82"/>
                </a:solidFill>
                <a:latin typeface="Calibri"/>
                <a:ea typeface="Microsoft YaHei"/>
                <a:cs typeface="Calibri"/>
              </a:rPr>
              <a:t>09  / 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10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11201400" cy="111556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463040"/>
            <a:ext cx="420624" cy="420624"/>
          </a:xfrm>
          <a:prstGeom prst="ellipse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4206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261872"/>
            <a:ext cx="9966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能力完整，迭代停滞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618488"/>
            <a:ext cx="9966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四项核心能力与微服务拆分已在第 14 期闭环。近 7 日没有业务提交，维护重心应转向缺陷与工程卫生，而不是新功能堆叠。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22576"/>
            <a:ext cx="11201400" cy="111556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2670048"/>
            <a:ext cx="420624" cy="420624"/>
          </a:xfrm>
          <a:prstGeom prst="ellipse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24912"/>
            <a:ext cx="4206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468880"/>
            <a:ext cx="9966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学员路径上有两处卡点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825496"/>
            <a:ext cx="9966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Vue 生成在 Reasoner 下必现 #5；按视频切清华 npm 镜像会撞 #81。这两处直接影响「跟教程能跑起来」。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9584"/>
            <a:ext cx="11201400" cy="1115568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877056"/>
            <a:ext cx="420624" cy="420624"/>
          </a:xfrm>
          <a:prstGeom prst="ellipse">
            <a:avLst/>
          </a:prstGeom>
          <a:solidFill>
            <a:srgbClr val="0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31920"/>
            <a:ext cx="4206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9966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2E2B"/>
                </a:solidFill>
                <a:latin typeface="Georgia"/>
                <a:ea typeface="Microsoft YaHei"/>
                <a:cs typeface="Georgia"/>
              </a:rPr>
              <a:t>观测骨架在，数字还没来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032504"/>
            <a:ext cx="9966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4A48"/>
                </a:solidFill>
                <a:latin typeface="Calibri"/>
                <a:ea typeface="Microsoft YaHei"/>
                <a:cs typeface="Calibri"/>
              </a:rPr>
              <a:t>Prometheus / Grafana / 指标采集器已就位，但日报里的产品 KPI 仍只能写待接入。先接通再谈优化。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46320"/>
            <a:ext cx="11201400" cy="1353312"/>
          </a:xfrm>
          <a:prstGeom prst="roundRect">
            <a:avLst>
              <a:gd name="adj" fmla="val 8000"/>
            </a:avLst>
          </a:prstGeom>
          <a:solidFill>
            <a:srgbClr val="0B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56048"/>
            <a:ext cx="106070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  <a:ea typeface="Microsoft YaHei"/>
                <a:cs typeface="Calibri"/>
              </a:rPr>
              <a:t>一句话对齐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85232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平台教学能力已经齐备；2026-09-04 的优先事项是修好 Vue 推理调用、写清前端安装方式、加上最小 CI，让仓库从「能讲」回到「能稳定跟着做」。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