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4389120"/>
            <a:ext cx="7772400" cy="25603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530352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运行日：2026-06-03（北京时间）
受众：项目维护者 / 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960120"/>
            <a:ext cx="3337560" cy="32461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45552" y="1115568"/>
            <a:ext cx="2788920" cy="676656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25272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代码生成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23444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工具链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2075688"/>
            <a:ext cx="2788920" cy="676656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21284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架构阶段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19456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微服务完成态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5552" y="3035808"/>
            <a:ext cx="2788920" cy="67665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317296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验证重点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15468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质量与可运行性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从仓库可观察事实看：产品能力完整，工程形态正在从单体过渡到微服务。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44752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0876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仓库信号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810512"/>
            <a:ext cx="109728" cy="132588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287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Java 源文件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单体与微服务后端合计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2152" y="1810512"/>
            <a:ext cx="109728" cy="13258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818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Vue 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818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前端页面与组件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1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79991" y="1810512"/>
            <a:ext cx="109728" cy="1325880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3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6A94A"/>
                </a:solidFill>
                <a:latin typeface="Georgia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3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后端测试类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3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覆盖 AI、解析、工作流、截图等重点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44768" y="1691640"/>
            <a:ext cx="2788920" cy="1600200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29107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291072" y="1810512"/>
            <a:ext cx="109728" cy="13258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65392" y="19933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A896"/>
                </a:solidFill>
                <a:latin typeface="Georgia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65392" y="248716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5B6B7A"/>
                </a:solidFill>
                <a:latin typeface="Calibri"/>
              </a:rPr>
              <a:t>微服务模块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2807208"/>
            <a:ext cx="187451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17324D"/>
                </a:solidFill>
                <a:latin typeface="Calibri"/>
              </a:rPr>
              <a:t>common / model / client / user
app / ai / screenshot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" y="3493008"/>
            <a:ext cx="5349240" cy="2176272"/>
          </a:xfrm>
          <a:prstGeom prst="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13232" y="3493008"/>
            <a:ext cx="5349240" cy="2176272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定位</a:t>
            </a:r>
          </a:p>
        </p:txBody>
      </p:sp>
      <p:sp>
        <p:nvSpPr>
          <p:cNvPr id="68" name="Oval 67"/>
          <p:cNvSpPr/>
          <p:nvPr/>
        </p:nvSpPr>
        <p:spPr>
          <a:xfrm>
            <a:off x="1042416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43584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面向用户提示词的 AI 应用/网站生成平台。</a:t>
            </a:r>
          </a:p>
        </p:txBody>
      </p:sp>
      <p:sp>
        <p:nvSpPr>
          <p:cNvPr id="70" name="Oval 69"/>
          <p:cNvSpPr/>
          <p:nvPr/>
        </p:nvSpPr>
        <p:spPr>
          <a:xfrm>
            <a:off x="1042416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584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支持生成、预览、部署分享、源码下载与管理后台。</a:t>
            </a:r>
          </a:p>
        </p:txBody>
      </p:sp>
      <p:sp>
        <p:nvSpPr>
          <p:cNvPr id="72" name="Oval 71"/>
          <p:cNvSpPr/>
          <p:nvPr/>
        </p:nvSpPr>
        <p:spPr>
          <a:xfrm>
            <a:off x="1042416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43584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覆盖 AI 智能体、工作流、流式输出与企业级后端。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3493008"/>
            <a:ext cx="5166360" cy="2176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09360" y="3493008"/>
            <a:ext cx="516636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0256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当前工程形态</a:t>
            </a:r>
          </a:p>
        </p:txBody>
      </p:sp>
      <p:sp>
        <p:nvSpPr>
          <p:cNvPr id="77" name="Oval 76"/>
          <p:cNvSpPr/>
          <p:nvPr/>
        </p:nvSpPr>
        <p:spPr>
          <a:xfrm>
            <a:off x="6638544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39712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根目录保留单体 Spring Boot 项目。</a:t>
            </a:r>
          </a:p>
        </p:txBody>
      </p:sp>
      <p:sp>
        <p:nvSpPr>
          <p:cNvPr id="79" name="Oval 78"/>
          <p:cNvSpPr/>
          <p:nvPr/>
        </p:nvSpPr>
        <p:spPr>
          <a:xfrm>
            <a:off x="6638544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9712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微服务目录已完成模块拆分。</a:t>
            </a:r>
          </a:p>
        </p:txBody>
      </p:sp>
      <p:sp>
        <p:nvSpPr>
          <p:cNvPr id="81" name="Oval 80"/>
          <p:cNvSpPr/>
          <p:nvPr/>
        </p:nvSpPr>
        <p:spPr>
          <a:xfrm>
            <a:off x="6638544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39712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前端采用 Vue 3 + TypeScript + Ant Design Vue + Vite。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核心能力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README 与前端说明体现的 4 大产品能力。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7" y="180136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智能代码生成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用户输入需求后，AI 自动分析生成策略，调用工具生成 HTML、多文件或 Vue 项目代码，并以 SSE/流式方式回传执行过程。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0256" y="1801368"/>
            <a:ext cx="658368" cy="65836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9128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可视化编辑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6368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生成应用可实时预览，进入编辑模式后选择页面元素并继续与 AI 对话，驱动页面迭代修改。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7" y="4014216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一键部署分享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后端提供部署、静态资源访问、截图封面与源码下载能力，用户可获得可访问地址并分享。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0256" y="4014216"/>
            <a:ext cx="658368" cy="65836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企业级管理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8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用户、应用、聊天历史、精选应用、监控与业务指标等后台能力面向管理员维护。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989320"/>
            <a:ext cx="12191695" cy="384048"/>
          </a:xfrm>
          <a:prstGeom prst="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65A82"/>
                </a:solidFill>
                <a:latin typeface="Calibri"/>
              </a:rPr>
              <a:t>维护者视角：核心产品闭环已形成，后续重点是工程稳定性、部署可复制性与自动化验证。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技术架构与模块边界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前端、应用服务、AI 服务、截图服务与基础设施之间的责任更清晰。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1417320"/>
            <a:ext cx="11384280" cy="4251960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8368" y="1682496"/>
            <a:ext cx="1874519" cy="11704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Vue 前端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页面/对话/预览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560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944368" y="1682496"/>
            <a:ext cx="1874519" cy="11704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54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App 服务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1527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应用/聊天/API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846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230368" y="1682496"/>
            <a:ext cx="1874519" cy="1170432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AI 模块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7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LangChain4j
LangGraph4j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32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516368" y="1682496"/>
            <a:ext cx="1874519" cy="1170432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Screenshot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53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Selenium 截图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418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802368" y="1682496"/>
            <a:ext cx="1874519" cy="11704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12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基础设施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39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MySQL/Redis/COS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13232" y="3520440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" y="358444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13232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0392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common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6232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通用响应/异常/工具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93008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model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实体/DTO/VO/枚举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72784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9944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client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15783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跨服务接口契约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52560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9720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user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95560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用户与权限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3232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0392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app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56232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应用与部署主流程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93008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30168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36008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模型/提示词/工具链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72784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9944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screenshot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15783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截图服务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昨日 / 近期变更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以最近 7 天优先；若无新增提交，则回看最近可见提交脉络。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417320"/>
            <a:ext cx="10972800" cy="768096"/>
          </a:xfrm>
          <a:prstGeom prst="round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934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近 7 天：无新增提交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36776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 i="0">
                <a:solidFill>
                  <a:srgbClr val="17324D"/>
                </a:solidFill>
                <a:latin typeface="Calibri"/>
              </a:rPr>
              <a:t>仓库最近可见提交集中在 2025-08，当前日报反映的是代码基线与历史进展，不代表昨日发生业务变更。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43584" y="2487168"/>
            <a:ext cx="45720" cy="2971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992" y="2505456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8716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459736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微服务改造完成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46888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完成 common/model/client/user/app/ai/screenshot 模块化，Dubbo + Nacos 跨服务调用落地。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4670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25526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227832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截图与部署链路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236976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独立截图服务、中间态应用服务、静态资源访问与下载能力持续完善。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" y="4041648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1480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23359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995928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可观测性与部署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005072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加入 Actuator、Prometheus、Grafana 配置，并补齐部署上线相关能力。</a:t>
            </a:r>
          </a:p>
        </p:txBody>
      </p:sp>
      <p:sp>
        <p:nvSpPr>
          <p:cNvPr id="23" name="Oval 22"/>
          <p:cNvSpPr/>
          <p:nvPr/>
        </p:nvSpPr>
        <p:spPr>
          <a:xfrm>
            <a:off x="1078992" y="4809744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8289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79145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64024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系统优化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773168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围绕安全审查、限流、缓存、AI 并发、实时性和成本优化推进。</a:t>
            </a:r>
          </a:p>
        </p:txBody>
      </p:sp>
      <p:sp>
        <p:nvSpPr>
          <p:cNvPr id="28" name="Oval 27"/>
          <p:cNvSpPr/>
          <p:nvPr/>
        </p:nvSpPr>
        <p:spPr>
          <a:xfrm>
            <a:off x="9829800" y="5212080"/>
            <a:ext cx="1097280" cy="10972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49256" y="544068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4392" y="5806440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6F4EF"/>
                </a:solidFill>
                <a:latin typeface="Calibri"/>
              </a:rPr>
              <a:t>7天提交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数据 / 指标要点与测试状态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当前以仓库静态指标和配置为准；未发现 GitHub Actions 工作流配置。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1408176"/>
            <a:ext cx="109728" cy="1243584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POM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 + 多模块 Maven 工程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3863" y="1408176"/>
            <a:ext cx="109728" cy="1243584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989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989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前端页面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主页、对话、编辑、管理、登录注册等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1408176"/>
            <a:ext cx="109728" cy="1243584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A896"/>
                </a:solidFill>
                <a:latin typeface="Georg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监控资产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prometheus.yml + Grafana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170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61703" y="1408176"/>
            <a:ext cx="109728" cy="1243584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5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86A59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5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CI 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5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.github/workflows 未发现配置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054096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测试与构建配置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3703320"/>
            <a:ext cx="4572000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后端：Spring Boot Test 依赖存在，测试类覆盖 AI 服务、代码解析、工作流、截图工具等。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前端：package.json 提供 build、type-check、lint、format 脚本。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CI：未发现 .github/workflows，无法从仓库判断最近流水线状态。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7648" y="3054096"/>
            <a:ext cx="5138928" cy="2240280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可观测性信号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703320"/>
            <a:ext cx="4462272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Actuator 暴露 health / info / prometheus。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Prometheus 抓取 /api/actuator/prometheus，默认目标 localhost:8123。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Grafana 配置已纳入仓库，后续应补齐告警规则与运行手册。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未完成项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影响维护效率、交付稳定性和可复制部署的待补工作。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81328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408176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563624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配置治理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563624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AI / COS / Pexels / DashScope 等密钥仍以示例形式呈现，需要环境变量与 profile 分层。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1401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267712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2423160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自动化验证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423160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后端测试存在，但缺少仓库级 CI；前端未见专门测试框架配置。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200400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273552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3127248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3282696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微服务运行手册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282696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Dubbo + Nacos + MySQL + Redis 多依赖需要启动顺序、端口、健康检查文档。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59935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133087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17320" y="3986783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142231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监控闭环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4142231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已有 Prometheus/Grafana 资产，但告警规则、SLO 与仪表盘使用说明仍需沉淀。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919472"/>
            <a:ext cx="384048" cy="384048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9262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4846320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91640" y="5001768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真实业务指标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001768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暂无运行时数据来源，日报中只能展示仓库级指标，不能判断用户增长、生成成功率和成本。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风险与阻塞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重点关注外部依赖、运行环境和工程基线的一致性。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74336" y="1664208"/>
            <a:ext cx="502920" cy="256032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9320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外部服务依赖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AI 模型、COS、Pexels、DashScope 等均需有效密钥与额度；缺失会直接影响生成、图片与部署体验。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97896" y="1664208"/>
            <a:ext cx="502920" cy="2560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本地基础设施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MySQL、Redis、Nacos、Selenium/浏览器驱动等依赖较多，开发与联调环境容易出现不可复制问题。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74336" y="3538728"/>
            <a:ext cx="502920" cy="2560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320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微服务中间态风险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历史提交多次标注“中间态”，需要以最新完成态为准并避免误用早期拆分节点。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336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97896" y="3538728"/>
            <a:ext cx="502920" cy="2560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1676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框架版本与覆盖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5976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LangChain4j beta、LangGraph4j rc 与部分自定义/复制类并存，升级和兼容性需要额外验证。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10515600" cy="475488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04688"/>
            <a:ext cx="9692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FFFFFF"/>
                </a:solidFill>
                <a:latin typeface="Calibri"/>
              </a:rPr>
              <a:t>阻塞解除优先级：先配置可复制环境与密钥注入，再补 CI 与跨服务集成验证。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建议的下一步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围绕“可运行、可验证、可观测、可演进”推进。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08176" y="1773936"/>
            <a:ext cx="694944" cy="69494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补齐仓库级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增加后端 Maven test/build 与前端 type-check/build/lint 的最小流水线。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3240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0168" y="1773936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沉淀本地与微服务启动手册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明确 MySQL/Redis/Nacos/各服务端口、profile、健康检查和常见故障。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5192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85232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0" y="1773936"/>
            <a:ext cx="694944" cy="694944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强化配置与密钥治理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5544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将示例密钥迁移为环境变量模板，区分 local/dev/prod profile。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87184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07224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74152" y="1773936"/>
            <a:ext cx="694944" cy="694944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增加端到端验证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覆盖创建应用 → AI 生成 → 预览 → 部署 → 下载的主路径。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09176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29216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96144" y="1773936"/>
            <a:ext cx="694944" cy="694944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33888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7816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完善监控与成本面板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8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把 AI 调用量、失败率、延迟、缓存命中率、部署成功率接入指标体系。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7955279" y="-731520"/>
            <a:ext cx="4572000" cy="19202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总结：今日判断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F4EF"/>
                </a:solidFill>
                <a:latin typeface="Calibri"/>
              </a:rPr>
              <a:t>项目功能闭环明确，工程可靠性是下一阶段的主要杠杆。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600200"/>
            <a:ext cx="10424160" cy="4572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1874519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2039112"/>
            <a:ext cx="640080" cy="292608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7864" y="2112263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2075688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AI 生成、编辑、部署、管理闭环已具备雏形，适合围绕用户主路径继续打磨体验。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825496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8992" y="2990088"/>
            <a:ext cx="640080" cy="292608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7864" y="3063239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3026664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微服务拆分已经形成，需用文档、CI 与集成测试降低多依赖协作成本。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776472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78992" y="3941063"/>
            <a:ext cx="640080" cy="292608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7864" y="4014215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38528" y="3977639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优先补齐配置治理、自动化验证、监控告警与运行指标采集。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623560"/>
            <a:ext cx="6675120" cy="402336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51576"/>
            <a:ext cx="6217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alibri"/>
              </a:rPr>
              <a:t>报告文件：docs/reports/project-status-2026-06-03.pptx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- yu-ai-code-mother</dc:title>
  <dc:subject>AI 零代码应用生成平台项目状态</dc:subject>
  <dc:creator>Cursor Automation</dc:creator>
  <cp:keywords/>
  <dc:description>Generated from repository README, modules, and git history.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