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5852160" cy="5852160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-585216"/>
            <a:ext cx="5650992" cy="5650992"/>
          </a:xfrm>
          <a:prstGeom prst="arc">
            <a:avLst/>
          </a:prstGeom>
          <a:noFill/>
          <a:ln w="1651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-438912"/>
            <a:ext cx="5449824" cy="5449824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-292608"/>
            <a:ext cx="5248656" cy="5248656"/>
          </a:xfrm>
          <a:prstGeom prst="arc">
            <a:avLst/>
          </a:prstGeom>
          <a:noFill/>
          <a:ln w="1651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-146304"/>
            <a:ext cx="5047488" cy="5047488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0"/>
            <a:ext cx="4846320" cy="4846320"/>
          </a:xfrm>
          <a:prstGeom prst="arc">
            <a:avLst/>
          </a:prstGeom>
          <a:noFill/>
          <a:ln w="1651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146304"/>
            <a:ext cx="4645152" cy="4645152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658368"/>
            <a:ext cx="2331720" cy="310896"/>
          </a:xfrm>
          <a:prstGeom prst="roundRect">
            <a:avLst>
              <a:gd name="adj" fmla="val 35294"/>
            </a:avLst>
          </a:prstGeom>
          <a:solidFill>
            <a:srgbClr val="00A896">
              <a:alpha val="95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740664"/>
            <a:ext cx="2075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PROJECT STATUS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135331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94944" y="213969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yu-ai-code-mother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" y="2670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DE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运行日：2026-07-03（北京时间）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43800" y="1078992"/>
            <a:ext cx="1298448" cy="1444752"/>
          </a:xfrm>
          <a:prstGeom prst="roundRect">
            <a:avLst>
              <a:gd name="adj" fmla="val 5634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1243584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7708392" y="185623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44968" y="2157984"/>
            <a:ext cx="896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9070848" y="1078992"/>
            <a:ext cx="1298448" cy="1444752"/>
          </a:xfrm>
          <a:prstGeom prst="roundRect">
            <a:avLst>
              <a:gd name="adj" fmla="val 5634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243584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235440" y="185623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72016" y="2157984"/>
            <a:ext cx="896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543800" y="2816352"/>
            <a:ext cx="1298448" cy="1444752"/>
          </a:xfrm>
          <a:prstGeom prst="roundRect">
            <a:avLst>
              <a:gd name="adj" fmla="val 5634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2980944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2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7708392" y="35935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44968" y="3895344"/>
            <a:ext cx="896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JUnit 测试类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70848" y="2816352"/>
            <a:ext cx="1298448" cy="1444752"/>
          </a:xfrm>
          <a:prstGeom prst="roundRect">
            <a:avLst>
              <a:gd name="adj" fmla="val 5634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980944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95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300" dirty="0"/>
          </a:p>
        </p:txBody>
      </p:sp>
      <p:sp>
        <p:nvSpPr>
          <p:cNvPr id="30" name="Text 28"/>
          <p:cNvSpPr/>
          <p:nvPr/>
        </p:nvSpPr>
        <p:spPr>
          <a:xfrm>
            <a:off x="9235440" y="359359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天提交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72016" y="3895344"/>
            <a:ext cx="8961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当前仓库无新增提交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713232" y="616305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面向维护者：聚焦能力现状、近期改造、风险与下一步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61848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8015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44752" y="161848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1975104"/>
            <a:ext cx="242316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AI 开发实战与后端架构设计为核心，对标企业级 AI 代码生成平台。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370832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184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8015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57216" y="161848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技术底座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57216" y="1975104"/>
            <a:ext cx="242316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LangChain4j + LangGraph4j；前端采用 Vue 3 + TypeScript + Ant Design Vue。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083296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4464" y="16184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178015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0" y="161848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产品闭环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1975104"/>
            <a:ext cx="242316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从需求输入、AI 生成、实时预览、可视化编辑到部署分享和后台管理。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914400" y="324612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34440" y="376732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3953866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029968" y="3913632"/>
            <a:ext cx="502920" cy="256032"/>
          </a:xfrm>
          <a:prstGeom prst="chevron">
            <a:avLst/>
          </a:prstGeom>
          <a:solidFill>
            <a:srgbClr val="B9DED8"/>
          </a:solidFill>
          <a:ln w="12700">
            <a:solidFill>
              <a:srgbClr val="B9DE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76732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953866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3464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生成策略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950208" y="3913632"/>
            <a:ext cx="502920" cy="256032"/>
          </a:xfrm>
          <a:prstGeom prst="chevron">
            <a:avLst/>
          </a:prstGeom>
          <a:solidFill>
            <a:srgbClr val="B9DED8"/>
          </a:solidFill>
          <a:ln w="12700">
            <a:solidFill>
              <a:srgbClr val="B9D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376732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953866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代码文件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70448" y="3913632"/>
            <a:ext cx="502920" cy="256032"/>
          </a:xfrm>
          <a:prstGeom prst="chevron">
            <a:avLst/>
          </a:prstGeom>
          <a:solidFill>
            <a:srgbClr val="B9DED8"/>
          </a:solidFill>
          <a:ln w="12700">
            <a:solidFill>
              <a:srgbClr val="B9DE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95160" y="3767328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953866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7512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在线预览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90688" y="3913632"/>
            <a:ext cx="502920" cy="256032"/>
          </a:xfrm>
          <a:prstGeom prst="chevron">
            <a:avLst/>
          </a:prstGeom>
          <a:solidFill>
            <a:srgbClr val="B9DED8"/>
          </a:solidFill>
          <a:ln w="12700">
            <a:solidFill>
              <a:srgbClr val="B9D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5400" y="3767328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3953866"/>
            <a:ext cx="54864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95360" y="4462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SHAPE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架构与模块轮廓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444752"/>
            <a:ext cx="507492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CFE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单体主应用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60120" y="226771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22402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controller/service/core/ai/langgraph4j 分层清晰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960120" y="2889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2728" y="28620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App、User、ChatHistory 等业务对象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960120" y="351129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34838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Redis 会话、MyBatis-Flex、COS、Actuator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960120" y="41330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410565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代码解析、保存、构建、截图形成后端闭环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6400800" y="1444752"/>
            <a:ext cx="5074920" cy="4407408"/>
          </a:xfrm>
          <a:prstGeom prst="roundRect">
            <a:avLst>
              <a:gd name="adj" fmla="val 1660"/>
            </a:avLst>
          </a:prstGeom>
          <a:solidFill>
            <a:srgbClr val="E7F6F3"/>
          </a:solidFill>
          <a:ln w="12700">
            <a:solidFill>
              <a:srgbClr val="BFE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微服务改造分支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720840" y="221284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53528" y="228600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61120" y="2212848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0848" y="22860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93808" y="228600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20840" y="2926080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29992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53528" y="299923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内部接口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61120" y="2926080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299923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893808" y="299923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20840" y="3639312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0568" y="3712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653528" y="37124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961120" y="3639312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37124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93808" y="371246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模块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20840" y="4352544"/>
            <a:ext cx="1874520" cy="43891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0568" y="442569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53528" y="442569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9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20840" y="523036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近期提交显示第 14 期已完成微服务改造，并保留完整单体项目代码。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SNAPSHOT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当前核心能力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55448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6146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44752" y="155448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1911096"/>
            <a:ext cx="42976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按提示词自动路由 HTML / 多文件 / Vue 项目生成类型，SSE 流式返回执行过程。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6263640" y="1353312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64808" y="155448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716146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50024" y="1554480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50024" y="1911096"/>
            <a:ext cx="42976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iframe 注入编辑脚本，可选中页面元素并把上下文带回 AI 对话。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58368" y="274320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" y="294436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0603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44752" y="294436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部署与下载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4752" y="3300984"/>
            <a:ext cx="42976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生成产物可构建、部署到访问目录、生成截图封面，并支持源码下载。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6263640" y="2743200"/>
            <a:ext cx="52578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64808" y="294436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310603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944368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管理与监控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50024" y="3300984"/>
            <a:ext cx="42976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应用/用户/历史管理、精选应用、限流、缓存、Prometheus 指标与健康检查。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1005840" y="4636008"/>
            <a:ext cx="10058400" cy="749808"/>
          </a:xfrm>
          <a:prstGeom prst="roundRect">
            <a:avLst>
              <a:gd name="adj" fmla="val 975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4882896"/>
            <a:ext cx="9464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一句话判断：产品主链路已经可串联，维护重点正在从能力拼装转向稳定性、配置化与微服务落地验证。</a:t>
            </a:r>
            <a:endParaRPr lang="en-US" sz="148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CHANGELOG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近期进展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无新增 git 提交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报告以最近可见提交与当前目录状态为依据。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77640" y="1499616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23944" y="1783080"/>
            <a:ext cx="0" cy="621792"/>
          </a:xfrm>
          <a:prstGeom prst="line">
            <a:avLst/>
          </a:prstGeom>
          <a:noFill/>
          <a:ln w="20320">
            <a:solidFill>
              <a:srgbClr val="A8D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898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32120" y="13716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5532120" y="17007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common/model/client/user/app/ai/screenshot 模块，并保留完整单体项目代码。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977640" y="259689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23944" y="2880360"/>
            <a:ext cx="0" cy="621792"/>
          </a:xfrm>
          <a:prstGeom prst="line">
            <a:avLst/>
          </a:prstGeom>
          <a:noFill/>
          <a:ln w="20320">
            <a:solidFill>
              <a:srgbClr val="A8D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32120" y="24688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跨服务调用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532120" y="279806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应用、用户、截图服务开始拆分并补齐内部服务实现。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977640" y="369417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23944" y="3977640"/>
            <a:ext cx="0" cy="621792"/>
          </a:xfrm>
          <a:prstGeom prst="line">
            <a:avLst/>
          </a:prstGeom>
          <a:noFill/>
          <a:ln w="20320">
            <a:solidFill>
              <a:srgbClr val="A8D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32120" y="35661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5532120" y="389534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Actuator、Prometheus 指标和 AI 调用监控能力进入主线。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3977640" y="479145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681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32120" y="46634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/ 稳定性 / 安全优化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5532120" y="49926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服务缓存、限流、Prompt 安全审查等基础治理能力完善。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QUALITY SIGNALS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指标与测试状态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Controller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2496312"/>
            <a:ext cx="1655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App/User/History/Workflow/Static/Health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090672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15819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3255264" y="219456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文件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2496312"/>
            <a:ext cx="1655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页面与公共组件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31536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15819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5596128" y="219456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后端测试文件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32704" y="2496312"/>
            <a:ext cx="1655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测试覆盖核心生成/工具/工作流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72400" y="1417320"/>
            <a:ext cx="2057400" cy="1508760"/>
          </a:xfrm>
          <a:prstGeom prst="roundRect">
            <a:avLst>
              <a:gd name="adj" fmla="val 4848"/>
            </a:avLst>
          </a:prstGeom>
          <a:solidFill>
            <a:srgbClr val="E7F6F3"/>
          </a:solidFill>
          <a:ln w="12700">
            <a:solidFill>
              <a:srgbClr val="CDE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1581912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95D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7936992" y="219456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工作流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73568" y="2496312"/>
            <a:ext cx="1655064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配置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49808" y="34290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3675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已具备的质量信号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51560" y="41879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4168" y="41605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Spring Boot Test 支持后端单测</a:t>
            </a:r>
            <a:endParaRPr lang="en-US" sz="1420" dirty="0"/>
          </a:p>
        </p:txBody>
      </p:sp>
      <p:sp>
        <p:nvSpPr>
          <p:cNvPr id="28" name="Shape 26"/>
          <p:cNvSpPr/>
          <p:nvPr/>
        </p:nvSpPr>
        <p:spPr>
          <a:xfrm>
            <a:off x="1051560" y="458114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4168" y="45537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前端提供 build、type-check、lint 脚本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1051560" y="497433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4168" y="49469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运行态暴露 health/info/prometheus 监控端点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6400800" y="342900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E7F6F3"/>
          </a:solidFill>
          <a:ln w="12700">
            <a:solidFill>
              <a:srgbClr val="BF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状态说明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702552" y="418795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41605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未发现最近 CI 运行记录；无法判断远端自动化状态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6702552" y="458114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45537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运行时业务指标需接入环境后由 Prometheus 采集</a:t>
            </a:r>
            <a:endParaRPr lang="en-US" sz="1420" dirty="0"/>
          </a:p>
        </p:txBody>
      </p:sp>
      <p:sp>
        <p:nvSpPr>
          <p:cNvPr id="38" name="Shape 36"/>
          <p:cNvSpPr/>
          <p:nvPr/>
        </p:nvSpPr>
        <p:spPr>
          <a:xfrm>
            <a:off x="6702552" y="497433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49469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本次只生成报告文件，未触碰业务代码</a:t>
            </a:r>
            <a:endParaRPr lang="en-US" sz="142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OPEN ITEMS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风险、阻塞与未完成项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444752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664208"/>
            <a:ext cx="411480" cy="411480"/>
          </a:xfrm>
          <a:prstGeom prst="ellipse">
            <a:avLst/>
          </a:prstGeom>
          <a:solidFill>
            <a:srgbClr val="D95D67"/>
          </a:solidFill>
          <a:ln w="12700">
            <a:solidFill>
              <a:srgbClr val="D95D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04111"/>
            <a:ext cx="411480" cy="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72768" y="16916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配置依赖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" y="21031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本地配置仍包含 AI、COS、Pexels、DashScope 等示例密钥位，部署前需要环境化与密钥管理。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572000" y="1444752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664208"/>
            <a:ext cx="411480" cy="41148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804111"/>
            <a:ext cx="411480" cy="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21808" y="16916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成本与稳定性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1031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代码生成依赖外部模型、工具调用和流式响应，需持续观测失败率、重试和 token 成本。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321040" y="1444752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166420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2208" y="1804111"/>
            <a:ext cx="411480" cy="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070848" y="16916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微服务验证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50224" y="21031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期提交显示微服务拆分完成，但仍需按真实环境验证 Nacos/Dubbo、服务边界和调用链。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2697480" y="374904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98648" y="3968496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98648" y="4108399"/>
            <a:ext cx="411480" cy="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47288" y="39959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测试自动化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26664" y="44074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CI workflow；后端/前端脚本存在但缺少远端自动化质量门禁。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446520" y="374904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47688" y="3968496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4108399"/>
            <a:ext cx="411480" cy="90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96328" y="399592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安全边界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75704" y="44074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可视化编辑、静态资源预览、源码下载和部署目录都需要持续校验权限与隔离。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3035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3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27080" y="320040"/>
            <a:ext cx="585216" cy="5852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7080" y="45720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29844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40817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551188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463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 CI 门禁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3730752" y="1453896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增加后端 Maven test、前端 build/type-check/lint 的 GitHub Actions 或等价流水线。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914400" y="221284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7F6F3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32257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465588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2377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配置治理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3730752" y="2368296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将模型、对象存储、图片检索、部署域名等配置接入安全的环境变量/密钥系统。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914400" y="312724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23697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379988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3291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微服务验收</a:t>
            </a:r>
            <a:endParaRPr lang="en-US" sz="1480" dirty="0"/>
          </a:p>
        </p:txBody>
      </p:sp>
      <p:sp>
        <p:nvSpPr>
          <p:cNvPr id="22" name="Text 20"/>
          <p:cNvSpPr/>
          <p:nvPr/>
        </p:nvSpPr>
        <p:spPr>
          <a:xfrm>
            <a:off x="3730752" y="3282696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Nacos/Dubbo 环境下验证 user/app/ai/screenshot 服务联通和失败降级。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914400" y="404164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7F6F3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151376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294388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4206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生成链路压测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3730752" y="4197096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 SSE、工具调用、Vue 构建、截图上传建立稳定性与成本基线。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914400" y="495604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2E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506577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208788"/>
            <a:ext cx="420624" cy="92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5120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权限与隔离复核</a:t>
            </a:r>
            <a:endParaRPr lang="en-US" sz="1480" dirty="0"/>
          </a:p>
        </p:txBody>
      </p:sp>
      <p:sp>
        <p:nvSpPr>
          <p:cNvPr id="32" name="Text 30"/>
          <p:cNvSpPr/>
          <p:nvPr/>
        </p:nvSpPr>
        <p:spPr>
          <a:xfrm>
            <a:off x="3730752" y="5111496"/>
            <a:ext cx="6656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重点检查应用下载、部署目录访问、iframe 编辑脚本和静态预览边界。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 rot="5400000">
            <a:off x="10927080" y="1508760"/>
            <a:ext cx="384048" cy="3977640"/>
          </a:xfrm>
          <a:prstGeom prst="chevron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资料来源：README、主要模块目录、近期 git 提交与测试配置扫描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73836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2026-07-03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731520"/>
            <a:ext cx="5852160" cy="5852160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-585216"/>
            <a:ext cx="5650992" cy="5650992"/>
          </a:xfrm>
          <a:prstGeom prst="arc">
            <a:avLst/>
          </a:prstGeom>
          <a:noFill/>
          <a:ln w="1651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-438912"/>
            <a:ext cx="5449824" cy="5449824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-292608"/>
            <a:ext cx="5248656" cy="5248656"/>
          </a:xfrm>
          <a:prstGeom prst="arc">
            <a:avLst/>
          </a:prstGeom>
          <a:noFill/>
          <a:ln w="1651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-146304"/>
            <a:ext cx="5047488" cy="5047488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58200" y="0"/>
            <a:ext cx="4846320" cy="4846320"/>
          </a:xfrm>
          <a:prstGeom prst="arc">
            <a:avLst/>
          </a:prstGeom>
          <a:noFill/>
          <a:ln w="16510">
            <a:solidFill>
              <a:srgbClr val="02C39A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146304"/>
            <a:ext cx="4645152" cy="4645152"/>
          </a:xfrm>
          <a:prstGeom prst="arc">
            <a:avLst/>
          </a:prstGeom>
          <a:noFill/>
          <a:ln w="1651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749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总结判断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49808" y="1417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主链路已经成型，下一阶段应把“可用”推进到“可运营、可观测、可安全发布”。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41248" y="22402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42416" y="244144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60311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27632" y="244144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保持优势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27632" y="2798064"/>
            <a:ext cx="237744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代码生成 + 可视化编辑 + 一键部署形成差异化体验。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4443984" y="22402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244144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60311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30368" y="244144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近期焦点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0368" y="2798064"/>
            <a:ext cx="237744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微服务化、观测、限流、缓存、安全审查构成工程化升级主线。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0" y="22402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FE9E4"/>
            </a:solidFill>
            <a:prstDash val="solid"/>
          </a:ln>
          <a:effectLst>
            <a:outerShdw sx="100000" sy="100000" kx="0" ky="0" algn="bl" rotWithShape="0" blurRad="12700" dist="12700" dir="2700000">
              <a:srgbClr val="40636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47888" y="2441448"/>
            <a:ext cx="475488" cy="475488"/>
          </a:xfrm>
          <a:prstGeom prst="ellipse">
            <a:avLst/>
          </a:prstGeom>
          <a:solidFill>
            <a:srgbClr val="D95D67"/>
          </a:solidFill>
          <a:ln w="12700">
            <a:solidFill>
              <a:srgbClr val="D95D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603114"/>
            <a:ext cx="475488" cy="10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33104" y="2441448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主要短板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33104" y="2798064"/>
            <a:ext cx="2377440" cy="557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自动化测试/CI 和真实环境运行指标仍需补强。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1097280" y="4663440"/>
            <a:ext cx="10012680" cy="841248"/>
          </a:xfrm>
          <a:prstGeom prst="roundRect">
            <a:avLst>
              <a:gd name="adj" fmla="val 8696"/>
            </a:avLst>
          </a:prstGeom>
          <a:solidFill>
            <a:srgbClr val="028090">
              <a:alpha val="92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89888" y="4965192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建议优先级：CI 门禁 → 配置治理 → 微服务验收 → 生成链路指标 → 权限隔离复核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629107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输出文件：docs/reports/project-status-2026-07-03.pptx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2026-07-03</dc:title>
  <dc:subject>每日项目状态汇报</dc:subject>
  <dc:creator>Cursor Automation</dc:creator>
  <cp:lastModifiedBy>Cursor Automation</cp:lastModifiedBy>
  <cp:revision>1</cp:revision>
  <dcterms:created xsi:type="dcterms:W3CDTF">2026-07-03T09:04:39Z</dcterms:created>
  <dcterms:modified xsi:type="dcterms:W3CDTF">2026-07-03T09:04:39Z</dcterms:modified>
</cp:coreProperties>
</file>