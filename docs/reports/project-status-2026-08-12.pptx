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12A33"/>
          </a:solidFill>
          <a:ln/>
        </p:spPr>
      </p:sp>
      <p:sp>
        <p:nvSpPr>
          <p:cNvPr id="4" name="Shape 2"/>
          <p:cNvSpPr/>
          <p:nvPr/>
        </p:nvSpPr>
        <p:spPr>
          <a:xfrm>
            <a:off x="7223760" y="1463040"/>
            <a:ext cx="1280160" cy="12801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7830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0972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· 维护者简报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109728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2918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2026-08-12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北京时间 · 自动化日报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766560" y="4480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Trust 版式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3E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011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9776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51560"/>
            <a:ext cx="91440" cy="1645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17830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 AI 代码生成平台：需求描述 → 策略选择 → 工具调用 → 流式交付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051560"/>
            <a:ext cx="91440" cy="1645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029200" y="17830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 · Java 21 · LangChain4j · LangGraph4j · Vue 3 · Redis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926080"/>
            <a:ext cx="39776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926080"/>
            <a:ext cx="91440" cy="1645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双形态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77240" y="36576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完整单体（src）与微服务拆分并存：user / app / ai / screenshot，Dubbo + Nacos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709160" y="2926080"/>
            <a:ext cx="39776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09160" y="2926080"/>
            <a:ext cx="91440" cy="1645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教学主线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029200" y="36576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教程已推进至第 14 期：微服务改造完成，含可观测与系统优化能力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3E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011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234440"/>
            <a:ext cx="502920" cy="502920"/>
          </a:xfrm>
          <a:prstGeom prst="ellipse">
            <a:avLst/>
          </a:prstGeom>
          <a:solidFill>
            <a:srgbClr val="E6F5F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12161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463040" y="1527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需求分析 + 生成策略路由 + 工具调用；流式输出可见执行过程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2039112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31520" y="2221992"/>
            <a:ext cx="502920" cy="502920"/>
          </a:xfrm>
          <a:prstGeom prst="ellipse">
            <a:avLst/>
          </a:prstGeom>
          <a:solidFill>
            <a:srgbClr val="E6F5F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13432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220370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63040" y="2514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实时预览；选中元素与 AI 对话，支持原生全量与工程增量修改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57200" y="3026664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31520" y="3209544"/>
            <a:ext cx="502920" cy="502920"/>
          </a:xfrm>
          <a:prstGeom prst="ellipse">
            <a:avLst/>
          </a:prstGeom>
          <a:solidFill>
            <a:srgbClr val="E6F5F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00984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319125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63040" y="35021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云端部署、自动封面截图、可访问地址与完整源码下载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57200" y="4014216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31520" y="4197096"/>
            <a:ext cx="502920" cy="502920"/>
          </a:xfrm>
          <a:prstGeom prst="ellipse">
            <a:avLst/>
          </a:prstGeom>
          <a:solidFill>
            <a:srgbClr val="E6F5F2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88536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63040" y="41788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1463040" y="448970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用户/应用管理、精选案例、AI 调用与系统性能监控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3E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架构与模块盘点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9776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单体应用（主教学路径）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178308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core / langgraph4j 工作流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控制器：App、User、Chat、Workflow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限流、Prompt 审查、多级缓存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+ Prometheus + Grafana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本地单测约 15 个 Java 测试类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489204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微服务（第 14 期完成态）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937760" y="178308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yu-ai-code-user / app / ai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/ client / model / common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+ Nacos 跨服务调用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前端：Vue 3 + Ant Design Vue + Vite 7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注意：中间态提交勿单独检出使用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3E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近期进展（近 7 日优先）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51560"/>
            <a:ext cx="109728" cy="10515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2344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3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业务代码静默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1600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 master 无新业务提交；HEAD 仍为 2025-08-26 的 893918c（教程第 14 期微服务改造完成）。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2404872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2404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主线基线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834640" y="23317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可观测性、部署、成本/安全/并发优化与微服务拆分均已合入历史主线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" y="306324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3063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60120" y="2990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社区动态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834640" y="299008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昨日新增 Issue #81：前端 npm install 在清华镜像拉取 @vitejs/plugin-vue 失败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02920" y="3721608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3721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60120" y="36484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待审能力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834640" y="364845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#66（You.com 联网搜索）仍为 OPEN / MERGEABLE，配套 Issue 65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4379976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19"/>
          <p:cNvSpPr/>
          <p:nvPr/>
        </p:nvSpPr>
        <p:spPr>
          <a:xfrm>
            <a:off x="502920" y="4379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" y="43068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日报节奏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2834640" y="430682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自动化日报持续产出；多份 Draft 日报 PR 仍在队列堆积待治理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3E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3258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1,872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 Stars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651760" y="109728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651760" y="13258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404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274320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 Forks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846320" y="109728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46320" y="13258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493776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040880" y="109728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040880" y="13258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713232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日提交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31520" y="3108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运行时指标说明（待接入）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31520" y="35204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调用量、Token 成本、生成成功率：仓库已具备 Grafana/Prometheus 配置，日报尚未自动拉取运行时指标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单测覆盖：存在 Facade / Workflow / Tools 等测试类，但无 CI 跑通记录可引用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建议下一阶段将 Actuator 与关键业务计数写入日报数据页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3E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质量与 CI 状态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9776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97280"/>
            <a:ext cx="397764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Actions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18288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未发现业务向 GitHub Actions 工作流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无统一的构建与测试门禁状态可汇报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前端具备 lint、type-check 脚本，依赖本地执行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建议补最小 CI：mvn test 与 npm lint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09160" y="1097280"/>
            <a:ext cx="39776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097280"/>
            <a:ext cx="39776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48920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本地测试资产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937760" y="182880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AiCodeGenerator / Routing / Facade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工作流与并发子图测试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图片工具与截图工具测试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部分用例依赖外部 API Key，不便裸跑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3E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风险与问题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25880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C2410C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325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25880" y="117957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#5 · Vue 生成失败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25880" y="15087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reason-content / reasoning_content 字段缺失，影响 Vue 工程生成稳定性，长期未关闭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039112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313432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3134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325880" y="216712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#81 · npm 安装失败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25880" y="24963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清华镜像缺少 @vitejs/plugin-vue@^6，阻断新手前端环境搭建；需官方源或镜像指引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3026664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3300984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30098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325880" y="31546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#65 / PR #66 · 能力合入停滞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325880" y="348386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You.com 搜索 PR 已 MERGEABLE，但近月未推进；社区贡献闭环偏慢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7200" y="4014216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0080" y="4288536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428853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325880" y="414223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日报与主线脱节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25880" y="447141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 Draft PR 持续堆积，缺少合并/清理策略；业务仓库近 7 日零提交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3E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建议的下一步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82296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05156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71600" y="105156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 #5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108960" y="105156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兼容模型返回的 reasoning 字段，恢复 Vue 项目生成主路径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801368"/>
            <a:ext cx="8229600" cy="658368"/>
          </a:xfrm>
          <a:prstGeom prst="rect">
            <a:avLst/>
          </a:prstGeom>
          <a:solidFill>
            <a:srgbClr val="E6F5F2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80136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371600" y="180136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回应 #81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108960" y="180136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README 补充 npm 官方源指引，降低前端环境搭建摩擦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2551176"/>
            <a:ext cx="82296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255117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371600" y="255117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审合 #66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108960" y="2551176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 You.com 搜索安全性与配置，尽快合并或明确反馈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3300984"/>
            <a:ext cx="8229600" cy="658368"/>
          </a:xfrm>
          <a:prstGeom prst="rect">
            <a:avLst/>
          </a:prstGeom>
          <a:solidFill>
            <a:srgbClr val="E6F5F2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30098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371600" y="330098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 CI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108960" y="3300984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 Actions：后端 mvn test，前端 lint 与 type-check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4050792"/>
            <a:ext cx="82296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405079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371600" y="405079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报告治理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3108960" y="405079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合并或关闭堆积 Draft 日报；可选接入 Prometheus 到数据页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3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463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平台能力完备：生成 / 可视化编辑 / 部署 / 管理 / 微服务与可观测均在主线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24028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148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日无业务代码变更；社区侧出现环境搭建问题（#81）与既有缺陷（#5）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292608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834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优先打通稳定性与贡献闭环：修 #5 → 指引 #81 → 审 #66 → 补最小 CI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" y="361188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520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运行时指标与日报 Draft 治理可作为下一阶段工程化改进项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498080" y="329184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520440"/>
            <a:ext cx="548640" cy="5486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4709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2026-08-12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2026-08-12</dc:title>
  <dc:subject>AI 零代码应用生成平台项目状态</dc:subject>
  <dc:creator>yu-ai-code-mother 自动化日报</dc:creator>
  <cp:lastModifiedBy>yu-ai-code-mother 自动化日报</cp:lastModifiedBy>
  <cp:revision>1</cp:revision>
  <dcterms:created xsi:type="dcterms:W3CDTF">2026-08-12T09:10:25Z</dcterms:created>
  <dcterms:modified xsi:type="dcterms:W3CDTF">2026-08-12T09:10:25Z</dcterms:modified>
</cp:coreProperties>
</file>