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201168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96128"/>
            <a:ext cx="12191695" cy="128016"/>
          </a:xfrm>
          <a:prstGeom prst="rect">
            <a:avLst/>
          </a:prstGeom>
          <a:solidFill>
            <a:srgbClr val="149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320040"/>
            <a:ext cx="2194560" cy="2194560"/>
          </a:xfrm>
          <a:prstGeom prst="ellipse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09960" y="777240"/>
            <a:ext cx="1188720" cy="1188720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21240" y="4160520"/>
            <a:ext cx="1463040" cy="1463040"/>
          </a:xfrm>
          <a:prstGeom prst="ellipse">
            <a:avLst/>
          </a:prstGeom>
          <a:solidFill>
            <a:srgbClr val="084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2920"/>
            <a:ext cx="7315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DAILY PROJECT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051560"/>
            <a:ext cx="104241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每日项目状态汇报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10241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AI 零代码应用生成平台  ·  yu-ai-code-mother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A3D48"/>
          </a:solidFill>
          <a:ln w="12700">
            <a:solidFill>
              <a:srgbClr val="1491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23317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2026 年 9 月 1 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78892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A3D48"/>
          </a:solidFill>
          <a:ln w="12700">
            <a:solidFill>
              <a:srgbClr val="1491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834640"/>
            <a:ext cx="23317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北京时间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278892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A3D48"/>
          </a:solidFill>
          <a:ln w="12700">
            <a:solidFill>
              <a:srgbClr val="1491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2834640"/>
            <a:ext cx="233172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面向维护者 / 团队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7472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611880"/>
            <a:ext cx="3108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基线版本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913632"/>
            <a:ext cx="31089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教程第 14 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43484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2025-08-26 微服务改造完成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47472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611880"/>
            <a:ext cx="3108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近 7 日提交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913632"/>
            <a:ext cx="31089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0 笔业务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43484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master 无功能变更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47472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611880"/>
            <a:ext cx="3108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仓库形态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913632"/>
            <a:ext cx="31089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单体 + 微服务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43484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Java 287 / 前端 38 文件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98932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基于 README、模块目录与 Git / GitHub 公开记录整理，不含生产密钥与业务数据。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今日快览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789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用四个信号概括仓库当前状态，便于晨会对齐。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yu-ai-code-mother  ·  每日项目状态  ·  2026-09-01  ·  内部维护者汇报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2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143000"/>
            <a:ext cx="91440" cy="16916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261872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0D7377"/>
                </a:solidFill>
                <a:latin typeface="Georgia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20240"/>
            <a:ext cx="23317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近 7 日业务提交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267712"/>
            <a:ext cx="2331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2026-08-25 至 09-01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143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143000"/>
            <a:ext cx="91440" cy="1691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1261872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B45309"/>
                </a:solidFill>
                <a:latin typeface="Georgia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1920240"/>
            <a:ext cx="23317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仍开放的议题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267712"/>
            <a:ext cx="2331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#5  #65  #81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143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143000"/>
            <a:ext cx="91440" cy="1691640"/>
          </a:xfrm>
          <a:prstGeom prst="rect">
            <a:avLst/>
          </a:prstGeom>
          <a:solidFill>
            <a:srgbClr val="149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1261872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14919B"/>
                </a:solidFill>
                <a:latin typeface="Georgia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1920240"/>
            <a:ext cx="23317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后端测试类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267712"/>
            <a:ext cx="2331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无 CI 自动执行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143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143000"/>
            <a:ext cx="91440" cy="16916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1261872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047857"/>
                </a:solidFill>
                <a:latin typeface="Georgia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1920240"/>
            <a:ext cx="23317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微服务模块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267712"/>
            <a:ext cx="2331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user / app / ai / shot 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017520"/>
            <a:ext cx="55321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3200400"/>
            <a:ext cx="420624" cy="420624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236976"/>
            <a:ext cx="4206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218688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稳定判断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703320"/>
            <a:ext cx="50749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能力基线锁定在教程第 14 期：智能生成、可视化编辑、部署分享、后台管理均已落地。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双栈并存：根目录单体 Spring Boot 3.5 与 yu-ai-code-mother-microservice（Dubbo + Nacos）。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可观测性代码已在：Actuator / Prometheus / Grafana 配置齐全，缺生产抓取。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教学默认配置仍指向本机 MySQL / Redis，不适合直接对外。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017520"/>
            <a:ext cx="54406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3200400"/>
            <a:ext cx="420624" cy="42062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236976"/>
            <a:ext cx="4206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218688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今日需关注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703320"/>
            <a:ext cx="49834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近 7 日 master 无功能提交，仓库活跃度主要来自日报 Draft PR。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Issue #5：Vue 工程生成在 DeepSeek 推理模式下缺 reasoning_content。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Issue #81：清华 npm 镜像缺少 @vitejs/plugin-vue@6，学员前端装包失败。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仓库无 .github/workflows，14 个测试类不会在 PR 上自动跑。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789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教学向企业级 AI 代码生成平台，对标「对话生成网页 → 预览编辑 → 部署分享」。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yu-ai-code-mother  ·  每日项目状态  ·  2026-09-01  ·  内部维护者汇报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3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566928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98448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定位与受众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5212080" cy="4206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用户用自然语言描述需求，平台自动选择 HTML / 多文件 / Vue 工程策略并流式生成。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生成结果可即时预览，支持选中页面元素后继续与 AI 对话修改。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一键部署得到可访问地址，自动截封面，并支持完整源码打包下载。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管理端覆盖用户、应用、精选与对话记录；管理员可置顶案例。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技术栈：Spring Boot 3.5 · Java 21 · LangChain4j 1.1 · LangGraph4j · Vue 3 + Vite 7 · Redis / Redisson · MyBatis-Flex。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数据模型三张核心表：user、app、chat_history（含 deployKey 与生成类型）。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143000"/>
            <a:ext cx="53035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143000"/>
            <a:ext cx="109728" cy="1170432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271016"/>
            <a:ext cx="4754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后端单体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618488"/>
            <a:ext cx="47548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根目录 yu-ai-code-mother，端口 8123 /api，教学主路径完整。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23160"/>
            <a:ext cx="53035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423160"/>
            <a:ext cx="109728" cy="1170432"/>
          </a:xfrm>
          <a:prstGeom prst="rect">
            <a:avLst/>
          </a:prstGeom>
          <a:solidFill>
            <a:srgbClr val="149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551176"/>
            <a:ext cx="4754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微服务拆分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98648"/>
            <a:ext cx="47548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common / model / client / user / app / ai / screenshot，Dubbo 3.3 + Nacos。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703320"/>
            <a:ext cx="53035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703320"/>
            <a:ext cx="109728" cy="1170432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831336"/>
            <a:ext cx="4754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前端控制台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178808"/>
            <a:ext cx="47548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8 个页面：首页、对话、编辑、登录注册、应用/用户/对话管理。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983480"/>
            <a:ext cx="53035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983480"/>
            <a:ext cx="109728" cy="1170432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111496"/>
            <a:ext cx="4754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运维配套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458968"/>
            <a:ext cx="47548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prometheus.yml 抓取 Actuator；grafana/ 含 AI 模型仪表盘样例。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789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README 四大能力在代码中均有对应控制器、工作流与前端页面。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yu-ai-code-mother  ·  每日项目状态  ·  2026-09-01  ·  内部维护者汇报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4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278892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2788920" cy="914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353312"/>
            <a:ext cx="2468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D7377"/>
                </a:solidFill>
                <a:latin typeface="Georgia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19072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智能代码生成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267712"/>
            <a:ext cx="2468880" cy="3703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三种策略：原生 HTML、多文件、Vue 工程。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路由模型 qwen-turbo 自动选策略。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文件工具：读写改删、列目录、退出。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SSE 流式输出，用户侧实时可见。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对话限流：每用户 5 次 / 60 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143000"/>
            <a:ext cx="278892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143000"/>
            <a:ext cx="2788920" cy="91440"/>
          </a:xfrm>
          <a:prstGeom prst="rect">
            <a:avLst/>
          </a:prstGeom>
          <a:solidFill>
            <a:srgbClr val="149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1353312"/>
            <a:ext cx="2468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919B"/>
                </a:solidFill>
                <a:latin typeface="Georgia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1719072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可视化编辑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267712"/>
            <a:ext cx="2468880" cy="3703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对话页左侧消息、右侧实时预览。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原生模式支持全量改写。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工程模式走增量文件工具调用。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对话历史按应用维度持久化。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前端 AppChatPage 承担主交互。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143000"/>
            <a:ext cx="278892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143000"/>
            <a:ext cx="2788920" cy="914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353312"/>
            <a:ext cx="2468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47857"/>
                </a:solidFill>
                <a:latin typeface="Georgia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1719072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一键部署分享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267712"/>
            <a:ext cx="2468880" cy="3703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生成 6 位 deployKey 并复制静态目录。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返回可访问 URL，支持源码 ZIP 下载。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Playwright 截图压缩后上传 COS。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静态资源控制器按 deployKey 预览。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管理员可设置精选应用（优先级 99）。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143000"/>
            <a:ext cx="278892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143000"/>
            <a:ext cx="2788920" cy="91440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1353312"/>
            <a:ext cx="2468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1719072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企业级管控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267712"/>
            <a:ext cx="2468880" cy="3703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用户注册登录与角色鉴权（AOP）。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应用 / 用户 / 对话后台管理页。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Prompt 护轨：长度、敏感词、注入。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AI 调用指标采集 + Prometheus。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Redis Session 与多级缓存。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技术底座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789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LangGraph4j 工作流 + 工具调用 + 护轨限流 + 可观测，构成生成主链路。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yu-ai-code-mother  ·  每日项目状态  ·  2026-09-01  ·  内部维护者汇报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5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17373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1288" y="1261872"/>
            <a:ext cx="420624" cy="420624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1298448"/>
            <a:ext cx="4206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1737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A3D48"/>
                </a:solidFill>
                <a:latin typeface="Calibri"/>
                <a:ea typeface="Microsoft YaHei"/>
                <a:cs typeface="Microsoft YaHei"/>
              </a:rPr>
              <a:t>采集素材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150876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4919B"/>
                </a:solidFill>
                <a:latin typeface="Georgia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1143000"/>
            <a:ext cx="17373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81528" y="1261872"/>
            <a:ext cx="420624" cy="420624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1528" y="1298448"/>
            <a:ext cx="4206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1783080"/>
            <a:ext cx="1737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A3D48"/>
                </a:solidFill>
                <a:latin typeface="Calibri"/>
                <a:ea typeface="Microsoft YaHei"/>
                <a:cs typeface="Microsoft YaHei"/>
              </a:rPr>
              <a:t>增强提示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2" y="150876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4919B"/>
                </a:solidFill>
                <a:latin typeface="Georgia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143000"/>
            <a:ext cx="17373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01768" y="1261872"/>
            <a:ext cx="420624" cy="420624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1768" y="1298448"/>
            <a:ext cx="4206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1783080"/>
            <a:ext cx="1737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A3D48"/>
                </a:solidFill>
                <a:latin typeface="Calibri"/>
                <a:ea typeface="Microsoft YaHei"/>
                <a:cs typeface="Microsoft YaHei"/>
              </a:rPr>
              <a:t>策略路由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150876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4919B"/>
                </a:solidFill>
                <a:latin typeface="Georgia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143000"/>
            <a:ext cx="17373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22008" y="1261872"/>
            <a:ext cx="420624" cy="420624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2008" y="1298448"/>
            <a:ext cx="4206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783080"/>
            <a:ext cx="1737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A3D48"/>
                </a:solidFill>
                <a:latin typeface="Calibri"/>
                <a:ea typeface="Microsoft YaHei"/>
                <a:cs typeface="Microsoft YaHei"/>
              </a:rPr>
              <a:t>生成代码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150876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4919B"/>
                </a:solidFill>
                <a:latin typeface="Georgia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1143000"/>
            <a:ext cx="17373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42248" y="1261872"/>
            <a:ext cx="420624" cy="420624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42248" y="1298448"/>
            <a:ext cx="4206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1783080"/>
            <a:ext cx="1737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A3D48"/>
                </a:solidFill>
                <a:latin typeface="Calibri"/>
                <a:ea typeface="Microsoft YaHei"/>
                <a:cs typeface="Microsoft YaHei"/>
              </a:rPr>
              <a:t>质量检查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1508760"/>
            <a:ext cx="320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4919B"/>
                </a:solidFill>
                <a:latin typeface="Georgia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04120" y="1143000"/>
            <a:ext cx="17373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762488" y="1261872"/>
            <a:ext cx="420624" cy="420624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62488" y="1298448"/>
            <a:ext cx="4206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1783080"/>
            <a:ext cx="1737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A3D48"/>
                </a:solidFill>
                <a:latin typeface="Calibri"/>
                <a:ea typeface="Microsoft YaHei"/>
                <a:cs typeface="Microsoft YaHei"/>
              </a:rPr>
              <a:t>工程构建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2560320"/>
            <a:ext cx="36576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2697480"/>
            <a:ext cx="3291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工作流与工具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3108960"/>
            <a:ext cx="3246120" cy="2880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质检失败会回边到 code_generator。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并发子图可并行收集 Logo / 插画 / 示意图。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图片：Pexels、Undraw、Mermaid、通义万相。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WorkflowSseController 对外暴露 SSE。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VueProjectBuilder 负责工程构建。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2560320"/>
            <a:ext cx="36576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7992" y="2697480"/>
            <a:ext cx="3291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安全与稳定性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7992" y="3108960"/>
            <a:ext cx="3246120" cy="2880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输入护轨拦截越狱与注入句式。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输出护轨支持失败重试。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Redisson 注解限流，默认按用户。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推理模型 deepseek-reasoner（32K）。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对话模型 deepseek-chat（8K）。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2560320"/>
            <a:ext cx="361188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2697480"/>
            <a:ext cx="3200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缓存与观测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3108960"/>
            <a:ext cx="3200400" cy="2880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Redis 存 Session 与对话记忆。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Caffeine + Redis 多级缓存。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AiModelMetricsCollector 记 Token。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Actuator 暴露 health / prometheus。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抓取间隔 10 秒，指向 :8123。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近期进展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789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以提交时间线看：业务高峰在 2025 年 8 月；近 7 日仅有日报自动化。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yu-ai-code-mother  ·  每日项目状态  ·  2026-09-01  ·  内部维护者汇报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6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15568"/>
            <a:ext cx="11201400" cy="566928"/>
          </a:xfrm>
          <a:prstGeom prst="roundRect">
            <a:avLst>
              <a:gd name="adj" fmla="val 15000"/>
            </a:avLst>
          </a:prstGeom>
          <a:solidFill>
            <a:srgbClr val="C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07008"/>
            <a:ext cx="10881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A3D48"/>
                </a:solidFill>
                <a:latin typeface="Calibri"/>
                <a:ea typeface="Microsoft YaHei"/>
                <a:cs typeface="Microsoft YaHei"/>
              </a:rPr>
              <a:t>近 7 日（2026-08-25 至 09-01）master 无业务提交。最近一次功能提交：2025-08-26「教程第 14 期 - 微服务改造完成」。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47088"/>
            <a:ext cx="11201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847088"/>
            <a:ext cx="109728" cy="96012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103120"/>
            <a:ext cx="1554480" cy="438912"/>
          </a:xfrm>
          <a:prstGeom prst="roundRect">
            <a:avLst>
              <a:gd name="adj" fmla="val 40000"/>
            </a:avLst>
          </a:prstGeom>
          <a:solidFill>
            <a:srgbClr val="C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13969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D7377"/>
                </a:solidFill>
                <a:latin typeface="Calibri"/>
                <a:ea typeface="Microsoft YaHei"/>
                <a:cs typeface="Microsoft YaHei"/>
              </a:rPr>
              <a:t>08-12 /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956816"/>
            <a:ext cx="8869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工作流与系统优化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304288"/>
            <a:ext cx="88696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LangGraph4j 并发采图；并发、限流、Prompt 审查、实时性与成本优化。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98648"/>
            <a:ext cx="11201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898648"/>
            <a:ext cx="109728" cy="960120"/>
          </a:xfrm>
          <a:prstGeom prst="rect">
            <a:avLst/>
          </a:prstGeom>
          <a:solidFill>
            <a:srgbClr val="149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3154680"/>
            <a:ext cx="1554480" cy="438912"/>
          </a:xfrm>
          <a:prstGeom prst="roundRect">
            <a:avLst>
              <a:gd name="adj" fmla="val 40000"/>
            </a:avLst>
          </a:prstGeom>
          <a:solidFill>
            <a:srgbClr val="C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9125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D7377"/>
                </a:solidFill>
                <a:latin typeface="Calibri"/>
                <a:ea typeface="Microsoft YaHei"/>
                <a:cs typeface="Microsoft YaHei"/>
              </a:rPr>
              <a:t>08-14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008376"/>
            <a:ext cx="8869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可观测与上线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355848"/>
            <a:ext cx="88696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教程第 12–13 期：部署上线 + Prometheus / Grafana 可观测性。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50208"/>
            <a:ext cx="11201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950208"/>
            <a:ext cx="109728" cy="9601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206240"/>
            <a:ext cx="1554480" cy="438912"/>
          </a:xfrm>
          <a:prstGeom prst="roundRect">
            <a:avLst>
              <a:gd name="adj" fmla="val 40000"/>
            </a:avLst>
          </a:prstGeom>
          <a:solidFill>
            <a:srgbClr val="C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24281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D7377"/>
                </a:solidFill>
                <a:latin typeface="Calibri"/>
                <a:ea typeface="Microsoft YaHei"/>
                <a:cs typeface="Microsoft YaHei"/>
              </a:rPr>
              <a:t>08-26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059936"/>
            <a:ext cx="8869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微服务改造完成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407408"/>
            <a:ext cx="88696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10 笔提交拆出 7 模块；中间态提交明确「勿单独使用」。最终提交回带完整单体。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01768"/>
            <a:ext cx="11201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001768"/>
            <a:ext cx="109728" cy="9601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" y="5257800"/>
            <a:ext cx="1554480" cy="438912"/>
          </a:xfrm>
          <a:prstGeom prst="roundRect">
            <a:avLst>
              <a:gd name="adj" fmla="val 40000"/>
            </a:avLst>
          </a:prstGeom>
          <a:solidFill>
            <a:srgbClr val="C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294376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D7377"/>
                </a:solidFill>
                <a:latin typeface="Calibri"/>
                <a:ea typeface="Microsoft YaHei"/>
                <a:cs typeface="Microsoft YaHei"/>
              </a:rPr>
              <a:t>近 7 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5111496"/>
            <a:ext cx="8869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日报自动化运转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458968"/>
            <a:ext cx="88696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Draft PR #92–#98 连续产出状态 PPT；无功能 diff。GitHub Copilot 仓库访问检查通过。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数据与指标要点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789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下列业务指标仓库内无生产导出，数字栏标注「待接入」以免误读。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yu-ai-code-mother  ·  每日项目状态  ·  2026-09-01  ·  内部维护者汇报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7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280160"/>
            <a:ext cx="24231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日生成次数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27632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334E52"/>
                </a:solidFill>
                <a:latin typeface="Georgia"/>
                <a:ea typeface="Microsoft YaHei"/>
                <a:cs typeface="Microsoft YaHei"/>
              </a:rPr>
              <a:t>待接入生产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148840"/>
            <a:ext cx="2423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建议从 chat/gen/code 与工作流 SSE 打点。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1430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280160"/>
            <a:ext cx="24231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Token / 费用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627632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334E52"/>
                </a:solidFill>
                <a:latin typeface="Georgia"/>
                <a:ea typeface="Microsoft YaHei"/>
                <a:cs typeface="Microsoft YaHei"/>
              </a:rPr>
              <a:t>待接入生产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148840"/>
            <a:ext cx="2423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采集器已写，缺线上 Prometheus 远端。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1430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280160"/>
            <a:ext cx="24231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部署成功率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1627632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334E52"/>
                </a:solidFill>
                <a:latin typeface="Georgia"/>
                <a:ea typeface="Microsoft YaHei"/>
                <a:cs typeface="Microsoft YaHei"/>
              </a:rPr>
              <a:t>待接入生产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148840"/>
            <a:ext cx="2423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deployApp + 截图异步任务可拆成功/失败。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143000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280160"/>
            <a:ext cx="24231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P95 生成时延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627632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334E52"/>
                </a:solidFill>
                <a:latin typeface="Georgia"/>
                <a:ea typeface="Microsoft YaHei"/>
                <a:cs typeface="Microsoft YaHei"/>
              </a:rPr>
              <a:t>待接入生产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148840"/>
            <a:ext cx="24231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SSE 首包与完结事件可做直方图。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91840"/>
            <a:ext cx="56235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7512" y="3657600"/>
            <a:ext cx="420624" cy="420624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694176"/>
            <a:ext cx="4206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438144"/>
            <a:ext cx="46634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代码体量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803904"/>
            <a:ext cx="46634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Java 287 文件，前端 Vue/TS 38 文件。根 POM 0.0.1-SNAPSHOT。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291840"/>
            <a:ext cx="56235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73952" y="3657600"/>
            <a:ext cx="420624" cy="420624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694176"/>
            <a:ext cx="4206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438144"/>
            <a:ext cx="46634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测试资产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803904"/>
            <a:ext cx="46634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14 个 *Test.java：门面、解析、工作流、图片工具、截图。多为需密钥的集成测试。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617720"/>
            <a:ext cx="56235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7512" y="4983480"/>
            <a:ext cx="420624" cy="420624"/>
          </a:xfrm>
          <a:prstGeom prst="ellipse">
            <a:avLst/>
          </a:prstGeom>
          <a:solidFill>
            <a:srgbClr val="149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5020056"/>
            <a:ext cx="4206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4764024"/>
            <a:ext cx="46634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前端脚本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129784"/>
            <a:ext cx="46634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dev / build / lint / type-check，无独立单元测试脚本。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617720"/>
            <a:ext cx="56235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73952" y="4983480"/>
            <a:ext cx="420624" cy="420624"/>
          </a:xfrm>
          <a:prstGeom prst="ellipse">
            <a:avLst/>
          </a:prstGeom>
          <a:solidFill>
            <a:srgbClr val="149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5020056"/>
            <a:ext cx="42062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764024"/>
            <a:ext cx="46634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CI 现状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129784"/>
            <a:ext cx="466344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无 .github/workflows。近期 Actions 仅为 Copilot 仓库访问检查（成功），不代表业务门禁。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风险与问题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789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开放议题 + 工程债。按影响面排序，便于排期。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yu-ai-code-mother  ·  每日项目状态  ·  2026-09-01  ·  内部维护者汇报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8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09728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5024"/>
            <a:ext cx="640080" cy="420624"/>
          </a:xfrm>
          <a:prstGeom prst="roundRect">
            <a:avLst>
              <a:gd name="adj" fmla="val 3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71600"/>
            <a:ext cx="640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B91C1C"/>
                </a:solidFill>
                <a:latin typeface="Calibr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188720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Issue #5  Vue 生成缺 reasoning_content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499616"/>
            <a:ext cx="9966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DeepSeek 思考模式工具调用要求 assistant 消息带 reasoning_content，否则生成中断。2026-01 起仍开放，有 3 条讨论。直接影响 Vue 工程主路径。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08483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322576"/>
            <a:ext cx="640080" cy="420624"/>
          </a:xfrm>
          <a:prstGeom prst="roundRect">
            <a:avLst>
              <a:gd name="adj" fmla="val 3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359152"/>
            <a:ext cx="640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76272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Issue #81  学员 npm 装包失败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487168"/>
            <a:ext cx="9966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文档或口播若引导清华镜像，@vitejs/plugin-vue@6 返回 404。后端学员卡在前端初始化。2026-08-28 新开，需在 README 写清官方源或可用镜像。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072384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310128"/>
            <a:ext cx="640080" cy="420624"/>
          </a:xfrm>
          <a:prstGeom prst="roundRect">
            <a:avLst>
              <a:gd name="adj" fmla="val 3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346704"/>
            <a:ext cx="640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163824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无 CI 门禁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474720"/>
            <a:ext cx="9966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14 个测试类与前端 lint 全靠本地。日报 PR 与功能 PR 都不会自动编译。中间态微服务提交曾提示「勿单独使用」，缺少保护分支的检查。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59936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4297680"/>
            <a:ext cx="640080" cy="420624"/>
          </a:xfrm>
          <a:prstGeom prst="roundRect">
            <a:avLst>
              <a:gd name="adj" fmla="val 35000"/>
            </a:avLst>
          </a:prstGeom>
          <a:solidFill>
            <a:srgbClr val="C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334256"/>
            <a:ext cx="640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D7377"/>
                </a:solidFill>
                <a:latin typeface="Calibr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151376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Issue #65  You.com 联网搜索未落地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462272"/>
            <a:ext cx="9966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希望给 VUE_PROJECT 增加搜索工具。方案已写（新 Tool + yml），零评论、未实现。属于增强，不阻塞现网教学路径。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47488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5285232"/>
            <a:ext cx="640080" cy="420624"/>
          </a:xfrm>
          <a:prstGeom prst="roundRect">
            <a:avLst>
              <a:gd name="adj" fmla="val 35000"/>
            </a:avLst>
          </a:prstGeom>
          <a:solidFill>
            <a:srgbClr val="CC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321808"/>
            <a:ext cx="640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D7377"/>
                </a:solidFill>
                <a:latin typeface="Calibr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138928"/>
            <a:ext cx="9966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双代码树漂移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449824"/>
            <a:ext cx="9966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单体与微服务同时保留。中间态提交改过单体。后续若只改一侧，教学分支与运行路径会分叉。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下一步计划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789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建议按「先修主路径，再补门禁，后做增强」推进，不改无关业务代码。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yu-ai-code-mother  ·  每日项目状态  ·  2026-09-01  ·  内部维护者汇报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9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430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3657600" cy="1097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47857"/>
                </a:solidFill>
                <a:latin typeface="Georgia"/>
                <a:ea typeface="Microsoft YaHei"/>
                <a:cs typeface="Microsoft YaHei"/>
              </a:rPr>
              <a:t>本周 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65960"/>
            <a:ext cx="3246120" cy="3931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复现 #5：在推理模型工具调用链路补齐 reasoning_content，或对 Vue 工程改走 chat 模型。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在前端 README 增加装包说明：默认 npmjs；勿单独使用缺 scoped 包的镜像。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给 #81 回复可执行的 registry 切换命令，降低学员流失。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430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43000"/>
            <a:ext cx="3657600" cy="109728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89888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D7377"/>
                </a:solidFill>
                <a:latin typeface="Georgia"/>
                <a:ea typeface="Microsoft YaHei"/>
                <a:cs typeface="Microsoft YaHei"/>
              </a:rPr>
              <a:t>两周内 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965960"/>
            <a:ext cx="3246120" cy="3931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新增 GitHub Actions：JDK 21 编译 + 不依赖外网密钥的单测；前端 npm ci + lint。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明确「学习请用最终单体提交 / 微服务请用 14 期完成态」以免检出中间态。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把 Grafana 看板与本地 prometheus 启动步骤写进运维小节。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430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657600" cy="109728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389888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后续 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965960"/>
            <a:ext cx="3246120" cy="3931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评估 #65 You.com 工具：先做开关与空实现，避免默认依赖外部搜索配额。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规划单体与微服务的目录边界，减少重复 Java 源（当前约 287 文件含重复树）。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1A2E2E"/>
                </a:solidFill>
                <a:latin typeface="Calibri"/>
                <a:ea typeface="Microsoft YaHei"/>
                <a:cs typeface="Microsoft YaHei"/>
              </a:rPr>
              <a:t>为日报补生产指标接口（生成次数、Token、部署成功），替换「待接入」栏目。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8412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0789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平台能力完整、教学路径闭环；近一周处于「功能冻结 + 文档运转」状态。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6868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CF0EC"/>
                </a:solidFill>
                <a:latin typeface="Calibri"/>
                <a:ea typeface="Microsoft YaHei"/>
                <a:cs typeface="Microsoft YaHei"/>
              </a:rPr>
              <a:t>yu-ai-code-mother  ·  每日项目状态  ·  2026-09-01  ·  内部维护者汇报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280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1120140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1417320"/>
            <a:ext cx="475488" cy="475488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72184"/>
            <a:ext cx="4754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271016"/>
            <a:ext cx="10058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能力已齐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636776"/>
            <a:ext cx="1005840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生成、编辑、部署、管理、工作流、护轨、观测均在第 14 期基线中，可支撑继续教学与二次开发。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286000"/>
            <a:ext cx="1120140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2560320"/>
            <a:ext cx="475488" cy="475488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15184"/>
            <a:ext cx="4754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414016"/>
            <a:ext cx="10058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节奏放缓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779776"/>
            <a:ext cx="1005840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近 7 日无业务提交。维护重心是消化开放议题与补齐工程化，而不是继续加功能。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29000"/>
            <a:ext cx="1120140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3703320"/>
            <a:ext cx="475488" cy="475488"/>
          </a:xfrm>
          <a:prstGeom prst="ellipse">
            <a:avLst/>
          </a:prstGeom>
          <a:solidFill>
            <a:srgbClr val="0D7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758184"/>
            <a:ext cx="4754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57016"/>
            <a:ext cx="10058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A3D48"/>
                </a:solidFill>
                <a:latin typeface="Georgia"/>
                <a:ea typeface="Microsoft YaHei"/>
                <a:cs typeface="Microsoft YaHei"/>
              </a:rPr>
              <a:t>优先修通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22776"/>
            <a:ext cx="1005840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6364"/>
                </a:solidFill>
                <a:latin typeface="Calibri"/>
                <a:ea typeface="Microsoft YaHei"/>
                <a:cs typeface="Microsoft YaHei"/>
              </a:rPr>
              <a:t>先打通 Vue 生成（#5）与前端装包（#81），再补 CI，再考虑联网搜索等增强。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63440"/>
            <a:ext cx="11201400" cy="1508760"/>
          </a:xfrm>
          <a:prstGeom prst="roundRect">
            <a:avLst>
              <a:gd name="adj" fmla="val 8000"/>
            </a:avLst>
          </a:prstGeom>
          <a:solidFill>
            <a:srgbClr val="0A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28032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DD4BF"/>
                </a:solidFill>
                <a:latin typeface="Calibri"/>
                <a:ea typeface="Microsoft YaHei"/>
                <a:cs typeface="Microsoft YaHei"/>
              </a:rPr>
              <a:t>给维护者的一句话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把第 14 期当作稳定基线：本周修复 Vue 推理链路与 npm 镜像说明，并补上最小 CI。业务指标接入之前，日报数字栏继续标「待接入生产」，避免用估计值决策。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