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 w="12700">
            <a:solidFill>
              <a:srgbClr val="012A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014F63"/>
          </a:solidFill>
          <a:ln w="12700">
            <a:solidFill>
              <a:srgbClr val="014F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3474720"/>
            <a:ext cx="2011680" cy="16687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46304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0972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640080" y="219456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640080" y="2926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面向项目维护者与核心贡献者  ·  北京时间 2026-08-03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65760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02C39A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 893918c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3730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 · 微服务改造完成态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48463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14F6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23444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316736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定位与栈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85800" y="187452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代码生成教学平台，覆盖智能体、工作流与微服务全栈实践。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 / Java 21 / LangChain4j / LangGraph4j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Vite + Ant Design Vue + Pinia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架构：单体完整代码 + 微服务拆分（7 子模块）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运维：Prometheus 抓取 + Grafana AI 指标面板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532120" y="105156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0" y="11247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766560" y="12527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532120" y="192024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0" y="199339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766560" y="21214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532120" y="278892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5715000" y="286207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20" name="Text 17"/>
          <p:cNvSpPr/>
          <p:nvPr/>
        </p:nvSpPr>
        <p:spPr>
          <a:xfrm>
            <a:off x="6766560" y="29900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532120" y="3657600"/>
            <a:ext cx="315468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37307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766560" y="38587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控制器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08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工具调用写文件，SSE 流式展示执行过程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92040" y="15087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4592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715000" y="187452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对话增量/全量修改，原生与工程模式双路径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7889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" y="3200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46304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云端部署、封面截图、可访问链接与完整源码下载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709160" y="278892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92040" y="320040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3375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571500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51560"/>
            <a:ext cx="2743200" cy="640080"/>
          </a:xfrm>
          <a:prstGeom prst="rect">
            <a:avLst/>
          </a:prstGeom>
          <a:solidFill>
            <a:srgbClr val="014F6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/ guardrail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core：解析·保存·构建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ratelimiter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× 6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91840" y="105156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5156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19202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服务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200" y="1051560"/>
            <a:ext cx="2743200" cy="3520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051560"/>
            <a:ext cx="2743200" cy="640080"/>
          </a:xfrm>
          <a:prstGeom prst="rect">
            <a:avLst/>
          </a:prstGeom>
          <a:solidFill>
            <a:srgbClr val="014F63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1704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前端与运维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pages：home / app / admin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可视化编辑组件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→ TypeScript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面板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014F6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日主线无业务代码合入；活跃产出集中在每日状态汇报自动化（Draft PR）。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1480" y="2011680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139696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15798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55448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期已完成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0" y="208483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微服务收官（893918c），单体与 7 模块并存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2670048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48640" y="2798064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0A896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281635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55448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You.com 搜索 PR 待审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0" y="27432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 + Issue #65：联网搜索工具，未合入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11480" y="3328416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48640" y="345643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0A896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34747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554480" y="34015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生成 reasoning 未解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572000" y="3401568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#5：缺 reasoning_content，社区仍有反馈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11480" y="3986784"/>
            <a:ext cx="83210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6" name="Shape 23"/>
          <p:cNvSpPr/>
          <p:nvPr/>
        </p:nvSpPr>
        <p:spPr>
          <a:xfrm>
            <a:off x="548640" y="4114800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00A896"/>
          </a:solidFill>
          <a:ln/>
        </p:spPr>
      </p:sp>
      <p:sp>
        <p:nvSpPr>
          <p:cNvPr id="27" name="Text 24"/>
          <p:cNvSpPr/>
          <p:nvPr/>
        </p:nvSpPr>
        <p:spPr>
          <a:xfrm>
            <a:off x="548640" y="41330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1554480" y="405993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昨日汇报已产出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72000" y="405993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#73（08-02）Draft；今日延续同一基线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以下为仓库静态盘点与可观测性配置摘要；运行时业务指标待接入生产数据后填充。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417320"/>
            <a:ext cx="20574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 HEAD 无新合入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0" y="1417320"/>
            <a:ext cx="20574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265176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缺陷 · #65 特性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4173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417320"/>
            <a:ext cx="20574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84632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 PR 待审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You.com 搜索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949440" y="14173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949440" y="1417320"/>
            <a:ext cx="2057400" cy="1097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6916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15s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40880" y="228600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26060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抓取间隔（全局）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30632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应用抓取 10s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7947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D6F3EE"/>
          </a:solidFill>
          <a:ln/>
        </p:spPr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977640"/>
            <a:ext cx="365760" cy="365760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143000" y="39319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说明：Token 消耗、生成成功率、部署次数、P95 延迟等运行指标依赖 Actuator/Prometheus 生产抓取；本日报以仓库与 GitHub 元数据为准。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5156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23444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C241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280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11430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reasoning_content 兼容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14356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影响 Vue 工程生成链路；LangChain4j 未透传推理字段，工具二次调用失败。社区建议换模型或打补丁。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192024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10312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14884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011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 PR 长期未合入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30428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#66（You.com）自 2026-07-26 开放，配套 Issue #65 仍 OPEN，存在需求悬空与重复劳动风险。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278892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97180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2880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1729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Maven/前端构建与测试的 GitHub Actions；近期仅有 Copilot 访问检查成功记录。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657600"/>
            <a:ext cx="83210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3840480"/>
            <a:ext cx="640080" cy="411480"/>
          </a:xfrm>
          <a:prstGeom prst="roundRect">
            <a:avLst>
              <a:gd name="adj" fmla="val 13333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8862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37490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 Draft 堆积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371600" y="40416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多日「每日项目状态」Draft PR 未合并，文档分支噪音增大，建议定期合入或清理策略。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12471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1615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22376" y="1645920"/>
            <a:ext cx="54864" cy="182880"/>
          </a:xfrm>
          <a:prstGeom prst="rect">
            <a:avLst/>
          </a:prstGeom>
          <a:solidFill>
            <a:srgbClr val="D6F3EE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051560"/>
            <a:ext cx="7498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41732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 #5 生成链路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63440" y="10972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评估补丁或换模型；验证 Vue 工程模式工具调用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18379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92938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2376" y="2359152"/>
            <a:ext cx="54864" cy="182880"/>
          </a:xfrm>
          <a:prstGeom prst="rect">
            <a:avLst/>
          </a:prstGeom>
          <a:solidFill>
            <a:srgbClr val="D6F3E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34440" y="1764792"/>
            <a:ext cx="7498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417320" y="18105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评审合入 #66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181051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 API Key、单测与微服务 AI 模块集成后合并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" y="2551176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642616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" y="3072384"/>
            <a:ext cx="54864" cy="182880"/>
          </a:xfrm>
          <a:prstGeom prst="rect">
            <a:avLst/>
          </a:prstGeom>
          <a:solidFill>
            <a:srgbClr val="D6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34440" y="2478024"/>
            <a:ext cx="7498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1417320" y="25237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补最小 CI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63440" y="252374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 / 微服务与前端增加构建与单测工作流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264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35584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22376" y="3785616"/>
            <a:ext cx="54864" cy="182880"/>
          </a:xfrm>
          <a:prstGeom prst="rect">
            <a:avLst/>
          </a:prstGeom>
          <a:solidFill>
            <a:srgbClr val="D6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1234440" y="3191256"/>
            <a:ext cx="7498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32369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运行指标入日报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663440" y="323697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 Actuator → Prometheus → 日报数据区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02920" y="397764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069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234440" y="3904488"/>
            <a:ext cx="749808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417320" y="39502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报告合入治理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663440" y="3950208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制定日报合入节奏或归档规则，降低 PR 噪音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40690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97280"/>
            <a:ext cx="109728" cy="3383280"/>
          </a:xfrm>
          <a:prstGeom prst="rect">
            <a:avLst/>
          </a:prstGeom>
          <a:solidFill>
            <a:srgbClr val="C2410C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258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缺陷与体验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31520" y="1920240"/>
            <a:ext cx="35204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#5：缺 reasoning_content，Vue 生成失败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模型接口变更，需兼容层或升级策略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社区仍反馈未解决，优先于新特性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补充工程模式多轮工具调用回归用例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709160" y="109728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14F63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97280"/>
            <a:ext cx="109728" cy="33832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3258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321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特性与工程化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5029200" y="192024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#65 / PR #66：You.com 搜索待合入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业务向 CI/CD 流水线尚未建立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 KPI 尚未进入日报自动化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历史日报 Draft PR 需合并或归档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A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" y="0"/>
            <a:ext cx="9034272" cy="822960"/>
          </a:xfrm>
          <a:prstGeom prst="rect">
            <a:avLst/>
          </a:prstGeom>
          <a:solidFill>
            <a:srgbClr val="D6F3EE"/>
          </a:solidFill>
          <a:ln w="12700">
            <a:solidFill>
              <a:srgbClr val="D6F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1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14F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8321040" cy="1188720"/>
          </a:xfrm>
          <a:prstGeom prst="roundRect">
            <a:avLst>
              <a:gd name="adj" fmla="val 7692"/>
            </a:avLst>
          </a:prstGeom>
          <a:solidFill>
            <a:srgbClr val="014F63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1732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无业务构建/测试工作流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417320" y="1737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仓库未配置 Maven / Vue 的 GitHub Actions 门禁；最近 Actions 记录主要为 Copilot 仓库访问检查（均 success）。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11480" y="25603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后端单测资产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436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个测试类：路由、门面、CodeParser、LangGraph 工作流与图片工具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25603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74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前端质量脚本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47472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type-check / lint / format；尚未在 CI 中自动执行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2560320"/>
            <a:ext cx="27432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635508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可观测性配置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AI 面板配置文件已就绪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A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主线稳定在微服务完成态；优先消化缺陷与待审特性，补齐工程化短板。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14F63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8013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196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7647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能力完备：生成 / 可视化编辑 / 部署 / 管理 + 单体与微服务双形态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14F63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24871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5054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80160" y="2450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近期变更：近 7 日无业务提交；日报自动化持续产出（含昨日 #73）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0632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14F63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31729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80160" y="31363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关键阻塞：#5 reasoning_content；#66/#65 待审；缺业务 CI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49040"/>
            <a:ext cx="7863840" cy="502920"/>
          </a:xfrm>
          <a:prstGeom prst="roundRect">
            <a:avLst>
              <a:gd name="adj" fmla="val 10909"/>
            </a:avLst>
          </a:prstGeom>
          <a:solidFill>
            <a:srgbClr val="014F63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58768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770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1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38221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建议节奏：修缺陷 → 合特性 → 建 CI → 指标入日报 → 报告治理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2026-08-03</dc:title>
  <dc:subject>AI 零代码应用生成平台项目状态</dc:subject>
  <dc:creator>yu-ai-code-mother 自动化日报</dc:creator>
  <cp:lastModifiedBy>yu-ai-code-mother 自动化日报</cp:lastModifiedBy>
  <cp:revision>1</cp:revision>
  <dcterms:created xsi:type="dcterms:W3CDTF">2026-08-03T09:06:19Z</dcterms:created>
  <dcterms:modified xsi:type="dcterms:W3CDTF">2026-08-03T09:06:19Z</dcterms:modified>
</cp:coreProperties>
</file>