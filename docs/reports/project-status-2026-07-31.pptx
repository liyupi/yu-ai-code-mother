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2A36"/>
          </a:solidFill>
          <a:ln w="12700">
            <a:solidFill>
              <a:srgbClr val="012A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-731520"/>
            <a:ext cx="3474720" cy="3474720"/>
          </a:xfrm>
          <a:prstGeom prst="ellipse">
            <a:avLst/>
          </a:prstGeom>
          <a:solidFill>
            <a:srgbClr val="014D5C"/>
          </a:solidFill>
          <a:ln w="12700">
            <a:solidFill>
              <a:srgbClr val="014D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3291840"/>
            <a:ext cx="2194560" cy="21945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STATUS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1691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零代码应用生成平台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0292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0292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2026-07-31（北京时间）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2920" y="384048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3840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状态日报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057400" y="384048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205740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页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83280" y="3913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受众：项目维护者 / 研发团队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7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教学向企业级 AI 代码生成平台 · 单体 + 微服务双形态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69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645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75564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4904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25880" y="1874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用户描述需求后，AI 生成可预览、可编辑、可部署的 Web 应用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234440"/>
            <a:ext cx="4069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01768" y="1645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496" y="175564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4904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669280" y="1874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 · LangChain4j · LangGraph4j · Vue 3 · Redis · Dubbo/Nacos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2834640"/>
            <a:ext cx="4069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8368" y="3246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14D5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35584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30906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代码形态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325880" y="34747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src/ 完整可用；微服务 7 模块已拆分（教程第 14 期完成态）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800600" y="2834640"/>
            <a:ext cx="4069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001768" y="3246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3355848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69280" y="30906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规模快照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5669280" y="34747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后端约 154 个 Java 文件；前端 17 个 Vue 页；15 个测试类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4773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2026-07-31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315200" y="4773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7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四大产品能力构成平台主价值链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011680" cy="3154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201168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5544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373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246888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66928" y="28803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94360" y="33375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需求理解、策略路由与工具调用，流式输出执行过程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628900" y="1234440"/>
            <a:ext cx="2011680" cy="3154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28900" y="1234440"/>
            <a:ext cx="201168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Shape 12"/>
          <p:cNvSpPr/>
          <p:nvPr/>
        </p:nvSpPr>
        <p:spPr>
          <a:xfrm>
            <a:off x="3268980" y="15544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173736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738628" y="246888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2738628" y="28803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766060" y="33375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选中页面元素与 AI 对话，全量与工程增量修改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800600" y="1234440"/>
            <a:ext cx="2011680" cy="3154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800600" y="1234440"/>
            <a:ext cx="201168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Shape 18"/>
          <p:cNvSpPr/>
          <p:nvPr/>
        </p:nvSpPr>
        <p:spPr>
          <a:xfrm>
            <a:off x="5440680" y="15544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73736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910328" y="246888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4910328" y="28803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4937760" y="33375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云端部署、自动截图封面、可访问地址与源码下载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972300" y="1234440"/>
            <a:ext cx="2011680" cy="3154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972300" y="1234440"/>
            <a:ext cx="201168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9" name="Shape 24"/>
          <p:cNvSpPr/>
          <p:nvPr/>
        </p:nvSpPr>
        <p:spPr>
          <a:xfrm>
            <a:off x="7612380" y="15544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260" y="1737360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082028" y="246888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32" name="Text 26"/>
          <p:cNvSpPr/>
          <p:nvPr/>
        </p:nvSpPr>
        <p:spPr>
          <a:xfrm>
            <a:off x="7082028" y="28803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7109460" y="33375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用户与应用管理、精选案例、AI 与系统监控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457200" y="4773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2026-07-31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7315200" y="4773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7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日业务提交为空；关注开放 Issue / PR 与日报连续性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880360" cy="3200400"/>
          </a:xfrm>
          <a:prstGeom prst="roundRect">
            <a:avLst>
              <a:gd name="adj" fmla="val 3810"/>
            </a:avLst>
          </a:prstGeom>
          <a:solidFill>
            <a:srgbClr val="012A3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业务代码提交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主线仍停留在 2025-08-26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期微服务完成态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HEAD：893918c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118872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12A36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03320" y="137160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13716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12801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日报自动化持续产出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15727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2026-07-30 状态 PPT 已生成（PR #70 Draft）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66160" y="201168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12A36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03320" y="219456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3703320" y="21945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21031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You.com 搜索能力提案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23957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#65 与 PR #66 仍待评审合入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66160" y="283464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12A36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03320" y="301752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014D5C"/>
          </a:solidFill>
          <a:ln/>
        </p:spPr>
      </p:sp>
      <p:sp>
        <p:nvSpPr>
          <p:cNvPr id="23" name="Text 21"/>
          <p:cNvSpPr/>
          <p:nvPr/>
        </p:nvSpPr>
        <p:spPr>
          <a:xfrm>
            <a:off x="3703320" y="30175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29260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微服务拆分完成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09160" y="32186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 / ai / screenshot / client / common / model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566160" y="365760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12A36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03320" y="384048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3703320" y="38404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存量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9160" y="3749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可观测与系统优化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09160" y="40416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限流、缓存、Prompt 审查、Prometheus/Grafana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4773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2026-07-31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0" y="4773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7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模块架构要点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单体与微服务并存，便于教学对照与渐进迁移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776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128016" cy="3200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单体应用（src/）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core / langgraph4j 生成链路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应用、用户、对话、工作流 SSE 接口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监控与限流保障稳定性与成本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个测试类覆盖路由与工作流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Vue3：用户 / 应用 / 管理后台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1887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微服务（7 模块）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09160" y="164592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D4EDE8"/>
          </a:solidFill>
          <a:ln/>
        </p:spPr>
      </p:sp>
      <p:sp>
        <p:nvSpPr>
          <p:cNvPr id="12" name="Text 10"/>
          <p:cNvSpPr/>
          <p:nvPr/>
        </p:nvSpPr>
        <p:spPr>
          <a:xfrm>
            <a:off x="4818888" y="1700784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yu-ai-code-user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18888" y="193852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用户服务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164592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D4EDE8"/>
          </a:solidFill>
          <a:ln/>
        </p:spPr>
      </p:sp>
      <p:sp>
        <p:nvSpPr>
          <p:cNvPr id="15" name="Text 13"/>
          <p:cNvSpPr/>
          <p:nvPr/>
        </p:nvSpPr>
        <p:spPr>
          <a:xfrm>
            <a:off x="6922008" y="1700784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yu-ai-code-app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22008" y="193852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应用服务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304288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D4EDE8"/>
          </a:solidFill>
          <a:ln/>
        </p:spPr>
      </p:sp>
      <p:sp>
        <p:nvSpPr>
          <p:cNvPr id="18" name="Text 16"/>
          <p:cNvSpPr/>
          <p:nvPr/>
        </p:nvSpPr>
        <p:spPr>
          <a:xfrm>
            <a:off x="4818888" y="2359152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18888" y="2596896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12280" y="2304288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D4EDE8"/>
          </a:solidFill>
          <a:ln/>
        </p:spPr>
      </p:sp>
      <p:sp>
        <p:nvSpPr>
          <p:cNvPr id="21" name="Text 19"/>
          <p:cNvSpPr/>
          <p:nvPr/>
        </p:nvSpPr>
        <p:spPr>
          <a:xfrm>
            <a:off x="6922008" y="2359152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yu-ai-code-screenshot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22008" y="2596896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截图服务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2962656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D4EDE8"/>
          </a:solidFill>
          <a:ln/>
        </p:spPr>
      </p:sp>
      <p:sp>
        <p:nvSpPr>
          <p:cNvPr id="24" name="Text 22"/>
          <p:cNvSpPr/>
          <p:nvPr/>
        </p:nvSpPr>
        <p:spPr>
          <a:xfrm>
            <a:off x="4818888" y="3017520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yu-ai-code-client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18888" y="32552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 接口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12280" y="2962656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D4EDE8"/>
          </a:solidFill>
          <a:ln/>
        </p:spPr>
      </p:sp>
      <p:sp>
        <p:nvSpPr>
          <p:cNvPr id="27" name="Text 25"/>
          <p:cNvSpPr/>
          <p:nvPr/>
        </p:nvSpPr>
        <p:spPr>
          <a:xfrm>
            <a:off x="6922008" y="3017520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yu-ai-code-common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22008" y="3255264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通用能力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3621024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D4EDE8"/>
          </a:solidFill>
          <a:ln/>
        </p:spPr>
      </p:sp>
      <p:sp>
        <p:nvSpPr>
          <p:cNvPr id="30" name="Text 28"/>
          <p:cNvSpPr/>
          <p:nvPr/>
        </p:nvSpPr>
        <p:spPr>
          <a:xfrm>
            <a:off x="4818888" y="3675888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4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yu-ai-code-model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18888" y="3913632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数据模型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773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2026-07-31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4773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7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运行指标尚未接入日报流水线；以下为仓库侧可量化快照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0116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71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单元/集成测试类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单体侧覆盖核心链路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28900" y="1234440"/>
            <a:ext cx="20116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28900" y="1371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7203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2034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 跨服务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234440"/>
            <a:ext cx="20116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371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8920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与 #65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72300" y="1234440"/>
            <a:ext cx="2011680" cy="1920240"/>
          </a:xfrm>
          <a:prstGeom prst="roundRect">
            <a:avLst>
              <a:gd name="adj" fmla="val 5714"/>
            </a:avLst>
          </a:prstGeom>
          <a:solidFill>
            <a:srgbClr val="012A36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72300" y="1371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待接入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0637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生产调用量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6374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监控尚未导出到日报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D4EDE8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6576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3776472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371600" y="35204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已有可观测基础（第 13 期）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371600" y="38404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与 Grafana AI 模型看板已入库。建议将 Token 用量、生成成功率、P95 延迟、部署成功率导出到日报指标区。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57200" y="4773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2026-07-31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315200" y="4773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7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按影响优先级排列，便于维护者排期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12A36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89888"/>
            <a:ext cx="237744" cy="2377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280160" y="1344168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/>
        </p:spPr>
      </p:sp>
      <p:sp>
        <p:nvSpPr>
          <p:cNvPr id="10" name="Text 7"/>
          <p:cNvSpPr/>
          <p:nvPr/>
        </p:nvSpPr>
        <p:spPr>
          <a:xfrm>
            <a:off x="1280160" y="13441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965960" y="123444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生成 reason-content 缺失（#5）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965960" y="152704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thinking 模式工具调用报错，影响 VUE_PROJECT 主路径可用性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1984248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12A36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" y="2121408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31136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280160" y="2185416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/>
        </p:spPr>
      </p:sp>
      <p:sp>
        <p:nvSpPr>
          <p:cNvPr id="17" name="Text 13"/>
          <p:cNvSpPr/>
          <p:nvPr/>
        </p:nvSpPr>
        <p:spPr>
          <a:xfrm>
            <a:off x="1280160" y="218541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965960" y="207568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You.com 工具 PR 待审（#66 / #65）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965960" y="236829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功能已实现且可合并，缺评审与密钥配置说明，合入节奏不确定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57200" y="2825496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12A36">
                <a:alpha val="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0080" y="2962656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072384"/>
            <a:ext cx="237744" cy="237744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1280160" y="3026664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/>
        </p:spPr>
      </p:sp>
      <p:sp>
        <p:nvSpPr>
          <p:cNvPr id="24" name="Text 19"/>
          <p:cNvSpPr/>
          <p:nvPr/>
        </p:nvSpPr>
        <p:spPr>
          <a:xfrm>
            <a:off x="1280160" y="302666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965960" y="291693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主线业务提交长期停滞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965960" y="320954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 2025-08-26 后无业务变更；日报 Draft PR 堆积，维护信号偏弱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457200" y="3666744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12A36">
                <a:alpha val="6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40080" y="380390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913632"/>
            <a:ext cx="237744" cy="237744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1280160" y="3867912"/>
            <a:ext cx="50292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31" name="Text 25"/>
          <p:cNvSpPr/>
          <p:nvPr/>
        </p:nvSpPr>
        <p:spPr>
          <a:xfrm>
            <a:off x="1280160" y="386791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965960" y="375818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缺少业务 CI 门禁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1965960" y="405079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GitHub Actions 工作流；仅有历史 Copilot 检查，回归依赖人工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457200" y="4773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2026-07-31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7315200" y="4773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7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未完成项与下一步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建议按「修复主路径 → 合入增强 → 加固工程」推进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 / 待办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929384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#5：reasoning_content 兼容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368296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313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评审并合入 #66 You.com 搜索工具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807208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7523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 youcom 密钥与配置运维说明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24612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1912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梳理历史 Draft 日报 PR 合入策略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685032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630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Grafana 指标纳入日报指标区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1188720"/>
            <a:ext cx="3977640" cy="3200400"/>
          </a:xfrm>
          <a:prstGeom prst="roundRect">
            <a:avLst>
              <a:gd name="adj" fmla="val 3429"/>
            </a:avLst>
          </a:prstGeom>
          <a:solidFill>
            <a:srgbClr val="012A36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建议下一步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983480" y="1892808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892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068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优先修复 #5，恢复 Vue 生成主路径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83480" y="23317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40680" y="23134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 #66 代码评审与合入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83480" y="2770632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27706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27523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新增最小 CI：编译 + 单测门禁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83480" y="3209544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3209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31912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 Token 与成功率等运行指标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83480" y="3648456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3648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0680" y="3630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评估微服务与单体同步维护成本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4773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2026-07-31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0" y="4773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7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/ 测试状态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仓库无业务向 GitHub Actions；测试以本地 Maven 用例为主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012A3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3258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结论：无持续集成流水线配置（无 .github/workflows）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17373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 Actions 记录仅为 Copilot 访问检查（2026-03 成功），不能作为构建或测试门禁依据。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6974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8892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测试资产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0080" y="3291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单体侧 15 个测试类，覆盖 AI 路由、Facade、LangGraph 工作流与工具。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337560" y="246888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520440" y="2697480"/>
            <a:ext cx="411480" cy="41148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78892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06908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运行依赖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3520440" y="3291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多数用例依赖外部 API Key 与 Redis，无密钥环境难以自动全绿。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17920" y="246888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0" y="269748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788920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4944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建议门禁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400800" y="3291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先加 compile 与可离线单测；密钥相关用例标为 integration 并默认跳过。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47731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2026-07-31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315200" y="4773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2A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平台能力完整，近期节奏偏静；优先打通 Vue 生成主路径与工程门禁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014D5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生成、可视化编辑、部署分享、管理监控四条主线齐备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146304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014D5C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变更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7492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日无业务提交；开放 #5、#65，PR #66 待审；昨日日报 #70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014D5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生成缺陷阻断体验；CI 与运行指标仍缺失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283464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014D5C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行动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7492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 #5 → 合 #66 → 最小 CI → 指标进日报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2026-07-31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4709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2026-07-31</dc:title>
  <dc:subject>AI 零代码应用生成平台项目状态</dc:subject>
  <dc:creator>yu-ai-code-mother 自动化日报</dc:creator>
  <cp:lastModifiedBy>yu-ai-code-mother 自动化日报</cp:lastModifiedBy>
  <cp:revision>1</cp:revision>
  <dcterms:created xsi:type="dcterms:W3CDTF">2026-07-31T09:10:17Z</dcterms:created>
  <dcterms:modified xsi:type="dcterms:W3CDTF">2026-07-31T09:10:17Z</dcterms:modified>
</cp:coreProperties>
</file>