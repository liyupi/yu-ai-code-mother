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005840"/>
            <a:ext cx="4389120" cy="4389120"/>
          </a:xfrm>
          <a:prstGeom prst="ellipse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3017520" cy="3017520"/>
          </a:xfrm>
          <a:prstGeom prst="ellipse">
            <a:avLst/>
          </a:prstGeom>
          <a:solidFill>
            <a:srgbClr val="02C39A">
              <a:alpha val="20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530352"/>
            <a:ext cx="2057400" cy="39319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557784"/>
            <a:ext cx="17556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零代码应用生成平台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3232" y="1298448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每日项目状态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731520" y="2139696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BFEAE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从代码生成到部署分享：当前能力、工程健康度与下一步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31520" y="28529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80" kern="0" dirty="0">
                <a:solidFill>
                  <a:srgbClr val="8FCBC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2026.07.23 · 北京时间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234440"/>
            <a:ext cx="2880360" cy="3108960"/>
          </a:xfrm>
          <a:prstGeom prst="roundRect">
            <a:avLst/>
          </a:prstGeom>
          <a:solidFill>
            <a:srgbClr val="103A55"/>
          </a:solidFill>
          <a:ln w="15240">
            <a:solidFill>
              <a:srgbClr val="4CA9A0">
                <a:alpha val="90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0" y="1627632"/>
            <a:ext cx="822960" cy="82296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0" y="16276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58200" y="267919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需求理解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64624" y="2679192"/>
            <a:ext cx="329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893808" y="26791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应用交付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41080" y="3310128"/>
            <a:ext cx="530352" cy="530352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54312" y="3310128"/>
            <a:ext cx="530352" cy="53035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67544" y="3310128"/>
            <a:ext cx="530352" cy="53035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41080" y="33101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&lt;/&gt;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54312" y="33101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67544" y="33101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云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5138928"/>
            <a:ext cx="1024128" cy="438912"/>
          </a:xfrm>
          <a:prstGeom prst="roundRect">
            <a:avLst/>
          </a:prstGeom>
          <a:solidFill>
            <a:srgbClr val="113B54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生成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965960" y="5138928"/>
            <a:ext cx="1024128" cy="438912"/>
          </a:xfrm>
          <a:prstGeom prst="roundRect">
            <a:avLst/>
          </a:prstGeom>
          <a:solidFill>
            <a:srgbClr val="144B63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6596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编辑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00400" y="5138928"/>
            <a:ext cx="1024128" cy="438912"/>
          </a:xfrm>
          <a:prstGeom prst="roundRect">
            <a:avLst/>
          </a:prstGeom>
          <a:solidFill>
            <a:srgbClr val="113B54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0040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434840" y="5138928"/>
            <a:ext cx="1024128" cy="438912"/>
          </a:xfrm>
          <a:prstGeom prst="roundRect">
            <a:avLst/>
          </a:prstGeom>
          <a:solidFill>
            <a:srgbClr val="144B63"/>
          </a:solidFill>
          <a:ln w="12700">
            <a:solidFill>
              <a:srgbClr val="4CA9A0">
                <a:alpha val="7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34840" y="5138928"/>
            <a:ext cx="10241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管理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235440" y="59436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8FCBC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STATUS BRIEFING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01 · EXECUTIVE VIEW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项目概览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840480" cy="434340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71907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8FD8D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一句话判断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2121408"/>
            <a:ext cx="29992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产品链路已完整，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工程交付仍需补强。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960120" y="3511296"/>
            <a:ext cx="29443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平台覆盖“描述需求 → AI 生成 → 可视化修改 → 云端部署 → 分享/下载 → 后台治理”的主流程；当前关注点应从功能扩张转向可重复验证与持续交付。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4919472"/>
            <a:ext cx="2697480" cy="43891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919472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仓库近 7 天：0 次提交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892040" y="1572768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92040" y="1572768"/>
            <a:ext cx="109728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48072" y="1691640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7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148072" y="2203704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微服务模块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48072" y="2441448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common / model / client / user / app / ai / screenshot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065008" y="1572768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65008" y="1572768"/>
            <a:ext cx="10972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21040" y="1691640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287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321040" y="2203704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Java 文件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21040" y="2441448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单体与微服务代码合计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92040" y="2999232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892040" y="2999232"/>
            <a:ext cx="109728" cy="10972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48072" y="3118104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17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5148072" y="3630168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页面与组件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148072" y="3867912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3 + TypeScript + Ant Design Vue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065008" y="2999232"/>
            <a:ext cx="2880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065008" y="2999232"/>
            <a:ext cx="109728" cy="10972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21040" y="3118104"/>
            <a:ext cx="2496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60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8321040" y="3630168"/>
            <a:ext cx="2496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历史提交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21040" y="3867912"/>
            <a:ext cx="2496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最新提交：2025-08-26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892040" y="4599432"/>
            <a:ext cx="605332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93792" y="4901184"/>
            <a:ext cx="411480" cy="411480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93792" y="490118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态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760720" y="478231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状态信号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760720" y="5084064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功能面完整  ·  可观测性已铺设  ·  CI/CD 缺失  ·  活跃度偏低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02 ·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当前架构：双形态并存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246888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1709928"/>
            <a:ext cx="475488" cy="47548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54480" y="17099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前端体验层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32688" y="2423160"/>
            <a:ext cx="1920240" cy="420624"/>
          </a:xfrm>
          <a:prstGeom prst="roundRect">
            <a:avLst/>
          </a:prstGeom>
          <a:solidFill>
            <a:srgbClr val="EEF8F7"/>
          </a:solidFill>
          <a:ln w="12700">
            <a:solidFill>
              <a:srgbClr val="EEF8F7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423160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3 + TypeScript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32688" y="3026664"/>
            <a:ext cx="1920240" cy="420624"/>
          </a:xfrm>
          <a:prstGeom prst="roundRect">
            <a:avLst/>
          </a:prstGeom>
          <a:solidFill>
            <a:srgbClr val="BFEAE5"/>
          </a:solidFill>
          <a:ln w="12700">
            <a:solidFill>
              <a:srgbClr val="BFEAE5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026664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对话 / SSE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32688" y="3630168"/>
            <a:ext cx="1920240" cy="420624"/>
          </a:xfrm>
          <a:prstGeom prst="roundRect">
            <a:avLst/>
          </a:prstGeom>
          <a:solidFill>
            <a:srgbClr val="EEF8F7"/>
          </a:solidFill>
          <a:ln w="12700">
            <a:solidFill>
              <a:srgbClr val="EEF8F7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63016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实时预览与编辑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32688" y="4233672"/>
            <a:ext cx="1920240" cy="420624"/>
          </a:xfrm>
          <a:prstGeom prst="roundRect">
            <a:avLst/>
          </a:prstGeom>
          <a:solidFill>
            <a:srgbClr val="EEF8F7"/>
          </a:solidFill>
          <a:ln w="12700">
            <a:solidFill>
              <a:srgbClr val="EEF8F7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97280" y="4233672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部署与应用管理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154680" y="3502152"/>
            <a:ext cx="640080" cy="0"/>
          </a:xfrm>
          <a:prstGeom prst="line">
            <a:avLst/>
          </a:prstGeom>
          <a:noFill/>
          <a:ln w="20320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822192" y="1417320"/>
            <a:ext cx="2971800" cy="425196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142232" y="1709928"/>
            <a:ext cx="475488" cy="47548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2232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73168" y="170992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单体基线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142232" y="2258568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BFEAE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Spring Boot 3.5 · Java 21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142232" y="27614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编排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92040" y="2761488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LangChain4j / LangGraph4j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142232" y="332841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代码引擎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92040" y="3328416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解析 / 保存 / Vue 构建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42232" y="389534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业务服务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3895344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用户 / 应用 / 对话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142232" y="446227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FD3C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交付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92040" y="4462272"/>
            <a:ext cx="150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截图 / COS / 下载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12280" y="3502152"/>
            <a:ext cx="612648" cy="0"/>
          </a:xfrm>
          <a:prstGeom prst="line">
            <a:avLst/>
          </a:prstGeom>
          <a:noFill/>
          <a:ln w="20320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52360" y="1417320"/>
            <a:ext cx="406908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754112" y="170992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54112" y="1709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66760" y="17099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微服务形态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7818120" y="2432304"/>
            <a:ext cx="658368" cy="530352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818120" y="2432304"/>
            <a:ext cx="658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USER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50224" y="2432304"/>
            <a:ext cx="658368" cy="53035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650224" y="2432304"/>
            <a:ext cx="658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APP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482328" y="2432304"/>
            <a:ext cx="658368" cy="530352"/>
          </a:xfrm>
          <a:prstGeom prst="round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82328" y="2432304"/>
            <a:ext cx="658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314432" y="2432304"/>
            <a:ext cx="658368" cy="530352"/>
          </a:xfrm>
          <a:prstGeom prst="roundRect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314432" y="2432304"/>
            <a:ext cx="65836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SHOT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19872" y="3246120"/>
            <a:ext cx="877824" cy="530352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119872" y="3246120"/>
            <a:ext cx="877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COMMON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107424" y="3246120"/>
            <a:ext cx="877824" cy="530352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07424" y="3246120"/>
            <a:ext cx="877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MODEL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0094976" y="3246120"/>
            <a:ext cx="877824" cy="530352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94976" y="3246120"/>
            <a:ext cx="8778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CLIENT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754112" y="416052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Spring Cloud Alibaba · Dubbo · Nacos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754112" y="464515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基础设施：MySQL · Redis · COS · Prometheus · Grafana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41248" y="5888736"/>
            <a:ext cx="10515600" cy="411480"/>
          </a:xfrm>
          <a:prstGeom prst="roundRect">
            <a:avLst/>
          </a:prstGeom>
          <a:solidFill>
            <a:srgbClr val="D9EEEE"/>
          </a:solidFill>
          <a:ln w="12700">
            <a:solidFill>
              <a:srgbClr val="D9EEEE">
                <a:alpha val="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0704" y="5888736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架构观察：保留完整单体代码便于教学与运行；微服务拆分已完成，但双线维护会放大版本漂移与验证成本。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03 · PRODUCT CAPABILITIES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核心能力已形成闭环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87552" y="1764792"/>
            <a:ext cx="621792" cy="62179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1764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38928" y="163677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EB6C1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828800" y="17465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智能代码生成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28800" y="225856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AI 自动路由生成策略，支持 HTML、多文件与 Vue 项目；通过工具调用写入、读取、修改文件。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99632" y="1417320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28816" y="1764792"/>
            <a:ext cx="621792" cy="62179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28816" y="17647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编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680192" y="163677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EB6C1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370064" y="17465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可视化编辑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370064" y="225856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对话流式输出与右侧实时预览协同；支持选择页面元素后继续用自然语言迭代。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8368" y="3767328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987552" y="4114800"/>
            <a:ext cx="621792" cy="62179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7552" y="4114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云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38928" y="39867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EB6C1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03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828800" y="409651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部署与分享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828800" y="460857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一键部署、自动截图封面、生成访问地址，并支持完整项目源码下载。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3767328"/>
            <a:ext cx="5321808" cy="19385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28816" y="4114800"/>
            <a:ext cx="621792" cy="62179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28816" y="4114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管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680192" y="3986784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8EB6C1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04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7370064" y="4096512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企业级管理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370064" y="460857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用户、应用、对话记录与精选管理；具备限流、缓存、监控和权限控制基础。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04 · RECENT CHANGES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近期进展：最近一轮聚焦工程化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778240" y="640080"/>
            <a:ext cx="2240280" cy="53035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640080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近 7 天：0 次提交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05840" y="1883664"/>
            <a:ext cx="9966960" cy="54864"/>
          </a:xfrm>
          <a:prstGeom prst="rect">
            <a:avLst/>
          </a:prstGeom>
          <a:solidFill>
            <a:srgbClr val="C8DDE3"/>
          </a:solidFill>
          <a:ln w="12700">
            <a:solidFill>
              <a:srgbClr val="C8DDE3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1700784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2025-08-13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13385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安全与稳定性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3385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Prompt 审查、稳定性优化、成本优化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14800" y="1700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1363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2025-08-14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91363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15137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上线与可观测性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15137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部署上线；Prometheus / Grafana 监控体系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132320" y="1700784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3115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2025-08-26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93115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6889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微服务改造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6889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完成 7 模块拆分，并保留完整单体代码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149840" y="1700784"/>
            <a:ext cx="384048" cy="384048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948672" y="22219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2026-07-23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948672" y="2615184"/>
            <a:ext cx="2331720" cy="1353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186416" y="281635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当前盘点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186416" y="3209544"/>
            <a:ext cx="18653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距最新代码提交约 331 天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68680" y="4773168"/>
            <a:ext cx="10469880" cy="109728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5093208"/>
            <a:ext cx="457200" cy="45720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0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判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810512" y="4956048"/>
            <a:ext cx="594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FD8D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判断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810512" y="5276088"/>
            <a:ext cx="8915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昨日无代码变化；“近期进展”应以最后一轮有效提交为准。项目已从功能搭建阶段进入“恢复维护节奏、补齐交付门禁”的阶段。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05 · REPOSITORY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数据与质量信号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58368" y="1335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静态仓库盘点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" y="1700784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1700784"/>
            <a:ext cx="109728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819656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287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Java 文件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10128" y="1700784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10128" y="1700784"/>
            <a:ext cx="109728" cy="10972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1819656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17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3566160" y="2331720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Vue 文件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3090672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8368" y="3090672"/>
            <a:ext cx="109728" cy="10972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209544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15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14400" y="3721608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后端测试类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310128" y="3090672"/>
            <a:ext cx="24231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310128" y="3090672"/>
            <a:ext cx="109728" cy="1097280"/>
          </a:xfrm>
          <a:prstGeom prst="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6160" y="3209544"/>
            <a:ext cx="20391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D95D5D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3566160" y="3721608"/>
            <a:ext cx="2039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 工作流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1335024"/>
            <a:ext cx="534924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37960" y="16733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工程健康度信号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37960" y="230428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功能覆盖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26880" y="2304288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生成 / 编辑 / 部署 / 管理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37960" y="2615184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37960" y="2615184"/>
            <a:ext cx="3916192" cy="182880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37960" y="3054096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架构能力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326880" y="3054096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 + 微服务 + 监控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537960" y="3364992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37960" y="3364992"/>
            <a:ext cx="3551895" cy="182880"/>
          </a:xfrm>
          <a:prstGeom prst="roundRect">
            <a:avLst/>
          </a:prstGeom>
          <a:solidFill>
            <a:srgbClr val="065A82"/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37960" y="3803904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自动化验证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9326880" y="3803904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有后端测试，无前端测试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537960" y="4114800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37960" y="4114800"/>
            <a:ext cx="1593799" cy="182880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455371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持续交付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326880" y="4553712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未发现 CI 配置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537960" y="4864608"/>
            <a:ext cx="4553712" cy="182880"/>
          </a:xfrm>
          <a:prstGeom prst="roundRect">
            <a:avLst/>
          </a:prstGeom>
          <a:solidFill>
            <a:srgbClr val="DDEBED"/>
          </a:solidFill>
          <a:ln w="12700">
            <a:solidFill>
              <a:srgbClr val="DDEBED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37960" y="4864608"/>
            <a:ext cx="546445" cy="182880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8368" y="4727448"/>
            <a:ext cx="5074920" cy="1051560"/>
          </a:xfrm>
          <a:prstGeom prst="roundRect">
            <a:avLst/>
          </a:prstGeom>
          <a:solidFill>
            <a:srgbClr val="D9EEEE"/>
          </a:solidFill>
          <a:ln w="12700">
            <a:solidFill>
              <a:srgbClr val="D9EEEE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88" y="490118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口径说明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901952" y="4855464"/>
            <a:ext cx="35021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文件与提交数来自 Git 跟踪记录；健康度为基于仓库证据的定性评分，不代表线上 SLA、用户量或生成成功率。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06 · RISKS &amp; BLOCKERS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未完成项、风险与阻塞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4081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优先级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65376" y="1408176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问题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60520" y="14081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证据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543800" y="140817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潜在影响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175564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1929384"/>
            <a:ext cx="621792" cy="438912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92938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865376" y="192938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持续集成缺失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60520" y="189280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未发现 GitHub Actions 等 CI 配置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43800" y="189280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提交无法自动构建、测试和阻断回归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276148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" y="2935224"/>
            <a:ext cx="621792" cy="438912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293522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65376" y="293522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环境基线较重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16052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模型 API、MySQL / Redis / Nacos、COS 与浏览器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289864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本地与集成测试易受外部服务影响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376732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41248" y="3941064"/>
            <a:ext cx="621792" cy="43891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94106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865376" y="394106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双架构维护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160520" y="390448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单体与微服务代码同时保留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543800" y="390448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修复需双线同步，存在实现漂移风险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58368" y="4773168"/>
            <a:ext cx="10881360" cy="7863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41248" y="4946904"/>
            <a:ext cx="621792" cy="438912"/>
          </a:xfrm>
          <a:prstGeom prst="roundRect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4946904"/>
            <a:ext cx="621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865376" y="494690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定制 SDK 代码债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160520" y="491032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dev.langchain4j 下存在 TODO 与调试输出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543800" y="4910328"/>
            <a:ext cx="3520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升级兼容性与流式工具调用稳定性需验证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8368" y="5907024"/>
            <a:ext cx="10881360" cy="365760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5907024"/>
            <a:ext cx="10378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当前没有明确的权限或依赖安装阻塞；主要阻塞是缺少可复现、自动化的验证环境。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07 · QUALITY &amp; OPERATIONS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测试与可运维性现状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1417320"/>
            <a:ext cx="3310128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9264" y="1737360"/>
            <a:ext cx="566928" cy="566928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264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91640" y="170078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测试基础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969264" y="2386584"/>
            <a:ext cx="2688336" cy="438912"/>
          </a:xfrm>
          <a:prstGeom prst="roundRect">
            <a:avLst/>
          </a:prstGeom>
          <a:solidFill>
            <a:srgbClr val="F4B942">
              <a:alpha val="92000"/>
            </a:srgbClr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2386584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有基础，覆盖不均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42416" y="3200400"/>
            <a:ext cx="128016" cy="12801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8448" y="30632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15 个后端测试类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42416" y="3886200"/>
            <a:ext cx="128016" cy="12801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8448" y="37490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覆盖解析、路由、工作流、截图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4572000"/>
            <a:ext cx="128016" cy="128016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8448" y="44348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多数为 SpringBootTest，依赖外部环境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315968" y="1417320"/>
            <a:ext cx="3310128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26864" y="173736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6864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349240" y="170078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可观测性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4626864" y="2386584"/>
            <a:ext cx="2688336" cy="438912"/>
          </a:xfrm>
          <a:prstGeom prst="roundRect">
            <a:avLst/>
          </a:prstGeom>
          <a:solidFill>
            <a:srgbClr val="2A9D8F">
              <a:alpha val="92000"/>
            </a:srgbClr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26864" y="2386584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能力已铺设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00016" y="320040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56048" y="30632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Spring Actuator + Micrometer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700016" y="388620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56048" y="37490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Prometheus 指标采集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00016" y="457200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56048" y="44348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Grafana AI 模型面板配置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973568" y="1417320"/>
            <a:ext cx="3310128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284464" y="1737360"/>
            <a:ext cx="566928" cy="566928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84464" y="17373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06840" y="170078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交付门禁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8284464" y="2386584"/>
            <a:ext cx="2688336" cy="438912"/>
          </a:xfrm>
          <a:prstGeom prst="roundRect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84464" y="2386584"/>
            <a:ext cx="2688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当前缺失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8357616" y="3200400"/>
            <a:ext cx="128016" cy="128016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13648" y="30632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未发现 CI 工作流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8357616" y="3886200"/>
            <a:ext cx="128016" cy="128016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13648" y="37490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前端无自动化测试文件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357616" y="4572000"/>
            <a:ext cx="128016" cy="128016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13648" y="4434840"/>
            <a:ext cx="23957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没有近期流水线状态可核验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658368" y="5879592"/>
            <a:ext cx="10625328" cy="411480"/>
          </a:xfrm>
          <a:prstGeom prst="roundRect">
            <a:avLst/>
          </a:prstGeom>
          <a:solidFill>
            <a:srgbClr val="D9EEEE"/>
          </a:solidFill>
          <a:ln w="12700">
            <a:solidFill>
              <a:srgbClr val="D9EEEE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" y="587959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最近 CI 状态：不适用——仓库未配置可识别的 CI 流水线。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6F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02809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08 · PRIORITIZED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58368" y="603504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建议的下一步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1109960" y="393192"/>
            <a:ext cx="411480" cy="4114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109960" y="3931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1463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508760" y="1527048"/>
            <a:ext cx="420624" cy="420624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08760" y="1527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48840" y="1389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517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建立最小 CI 门禁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83480" y="1499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后端执行编译与可独立运行的单元测试；前端执行 type-check、build 与只读 lint。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719072" y="1993392"/>
            <a:ext cx="0" cy="475488"/>
          </a:xfrm>
          <a:prstGeom prst="line">
            <a:avLst/>
          </a:prstGeom>
          <a:noFill/>
          <a:ln w="20320">
            <a:solidFill>
              <a:srgbClr val="C8DDE3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713232" y="2606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508760" y="2670048"/>
            <a:ext cx="420624" cy="420624"/>
          </a:xfrm>
          <a:prstGeom prst="ellipse">
            <a:avLst/>
          </a:prstGeom>
          <a:solidFill>
            <a:srgbClr val="D95D5D"/>
          </a:solidFill>
          <a:ln w="12700">
            <a:solidFill>
              <a:srgbClr val="D95D5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148840" y="2532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468880" y="2660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定义可复现测试环境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2642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将 MySQL、Redis、Nacos 与外部 AI/COS 依赖分层；为关键链路提供 mock 或测试配置。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719072" y="3136392"/>
            <a:ext cx="0" cy="475488"/>
          </a:xfrm>
          <a:prstGeom prst="line">
            <a:avLst/>
          </a:prstGeom>
          <a:noFill/>
          <a:ln w="20320">
            <a:solidFill>
              <a:srgbClr val="C8DDE3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713232" y="3749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1508760" y="3813048"/>
            <a:ext cx="420624" cy="42062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08760" y="3813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148840" y="3675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468880" y="3803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收敛双架构维护规则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83480" y="3785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明确单体与微服务的主维护线、同步边界和发布策略，避免同一缺陷重复修复。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719072" y="4279392"/>
            <a:ext cx="0" cy="475488"/>
          </a:xfrm>
          <a:prstGeom prst="line">
            <a:avLst/>
          </a:prstGeom>
          <a:noFill/>
          <a:ln w="20320">
            <a:solidFill>
              <a:srgbClr val="C8DDE3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713232" y="48920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C4CC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04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1508760" y="4956048"/>
            <a:ext cx="420624" cy="420624"/>
          </a:xfrm>
          <a:prstGeom prst="ellipse">
            <a:avLst/>
          </a:prstGeom>
          <a:solidFill>
            <a:srgbClr val="F4B942"/>
          </a:solidFill>
          <a:ln w="12700">
            <a:solidFill>
              <a:srgbClr val="F4B942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08760" y="4956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2F49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148840" y="4818888"/>
            <a:ext cx="9107424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DDE3"/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2468880" y="4946904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补齐业务与质量指标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4983480" y="4928616"/>
            <a:ext cx="5897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334E68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采集生成成功率、首 token 延迟、部署成功率、单次成本，并接入已有 Grafana 面板。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2148840" y="6053328"/>
            <a:ext cx="9107424" cy="310896"/>
          </a:xfrm>
          <a:prstGeom prst="roundRect">
            <a:avLst/>
          </a:prstGeom>
          <a:solidFill>
            <a:srgbClr val="082F49"/>
          </a:solidFill>
          <a:ln w="12700">
            <a:solidFill>
              <a:srgbClr val="082F4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59152" y="6053328"/>
            <a:ext cx="8686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推荐顺序：先让每次变更可验证，再恢复功能迭代速度。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6B7C8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3840480" cy="384048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-1280160"/>
            <a:ext cx="4023360" cy="4023360"/>
          </a:xfrm>
          <a:prstGeom prst="ellipse">
            <a:avLst/>
          </a:prstGeom>
          <a:solidFill>
            <a:srgbClr val="02C39A">
              <a:alpha val="17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5669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D8D1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07899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今日结论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产品能力链条完整；当前主要矛盾已从“有没有功能”转向“能否持续、可靠地交付”。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273552"/>
            <a:ext cx="2944368" cy="1417320"/>
          </a:xfrm>
          <a:prstGeom prst="roundRect">
            <a:avLst/>
          </a:prstGeom>
          <a:solidFill>
            <a:srgbClr val="103A55"/>
          </a:solidFill>
          <a:ln w="12700">
            <a:solidFill>
              <a:srgbClr val="4CA9A0">
                <a:alpha val="75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87552" y="34930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27048" y="3465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能力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87552" y="391363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生成、编辑、部署、管理闭环已形成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41648" y="3273552"/>
            <a:ext cx="2944368" cy="1417320"/>
          </a:xfrm>
          <a:prstGeom prst="roundRect">
            <a:avLst/>
          </a:prstGeom>
          <a:solidFill>
            <a:srgbClr val="103A55"/>
          </a:solidFill>
          <a:ln w="12700">
            <a:solidFill>
              <a:srgbClr val="4CA9A0">
                <a:alpha val="75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97680" y="34930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837176" y="3465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信号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297680" y="391363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近 7 天无提交，维护节奏中断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51776" y="3273552"/>
            <a:ext cx="2944368" cy="1417320"/>
          </a:xfrm>
          <a:prstGeom prst="roundRect">
            <a:avLst/>
          </a:prstGeom>
          <a:solidFill>
            <a:srgbClr val="103A55"/>
          </a:solidFill>
          <a:ln w="12700">
            <a:solidFill>
              <a:srgbClr val="4CA9A0">
                <a:alpha val="75000"/>
              </a:srgbClr>
            </a:solidFill>
            <a:prstDash val="solid"/>
          </a:ln>
          <a:effectLst>
            <a:outerShdw sx="100000" sy="100000" kx="0" ky="0" algn="bl" rotWithShape="0" blurRad="50800" dist="50800" dir="2700000">
              <a:srgbClr val="082F49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07808" y="34930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147304" y="346557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行动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607808" y="3913632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8E5E2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 与可复现测试环境优先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13248"/>
            <a:ext cx="9564624" cy="475488"/>
          </a:xfrm>
          <a:prstGeom prst="roundRect">
            <a:avLst/>
          </a:prstGeom>
          <a:solidFill>
            <a:srgbClr val="028090"/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413248"/>
            <a:ext cx="9564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下一次状态更新重点：CI 首次运行结果 · 外部依赖隔离进度 · 核心生成链路指标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" y="6519672"/>
            <a:ext cx="5669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60" kern="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yu-ai-code-mother · DAILY STATUS · 2026-07-23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881360" y="6519672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9FD9D4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2026-07-23</dc:title>
  <dc:subject>AI 零代码应用生成平台每日项目状态</dc:subject>
  <dc:creator>Cursor Automation</dc:creator>
  <cp:lastModifiedBy>Cursor Automation</cp:lastModifiedBy>
  <cp:revision>1</cp:revision>
  <dcterms:created xsi:type="dcterms:W3CDTF">2026-07-23T09:09:59Z</dcterms:created>
  <dcterms:modified xsi:type="dcterms:W3CDTF">2026-07-23T09:09:59Z</dcterms:modified>
</cp:coreProperties>
</file>