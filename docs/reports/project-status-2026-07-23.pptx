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05840"/>
            <a:ext cx="4389120" cy="438912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206240"/>
            <a:ext cx="3017520" cy="301752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530352"/>
            <a:ext cx="2057400" cy="39319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55778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零代码应用生成平台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298448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每日项目状态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213969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BFEAE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从代码生成到部署分享：当前能力、工程健康度与下一步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80" kern="0" dirty="0">
                <a:solidFill>
                  <a:srgbClr val="8FCB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2026.07.23 · 北京时间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234440"/>
            <a:ext cx="2880360" cy="3108960"/>
          </a:xfrm>
          <a:prstGeom prst="roundRect">
            <a:avLst/>
          </a:prstGeom>
          <a:solidFill>
            <a:srgbClr val="103A55"/>
          </a:solidFill>
          <a:ln w="15240">
            <a:solidFill>
              <a:srgbClr val="4CA9A0">
                <a:alpha val="90000"/>
              </a:srgbClr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0" y="1627632"/>
            <a:ext cx="822960" cy="8229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16276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58200" y="267919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需求理解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64624" y="2679192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93808" y="26791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应用交付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41080" y="3310128"/>
            <a:ext cx="530352" cy="530352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54312" y="3310128"/>
            <a:ext cx="530352" cy="53035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67544" y="3310128"/>
            <a:ext cx="530352" cy="53035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33101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&lt;/&gt;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54312" y="33101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67544" y="33101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云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138928"/>
            <a:ext cx="1024128" cy="438912"/>
          </a:xfrm>
          <a:prstGeom prst="roundRect">
            <a:avLst/>
          </a:prstGeom>
          <a:solidFill>
            <a:srgbClr val="113B54"/>
          </a:solidFill>
          <a:ln w="12700">
            <a:solidFill>
              <a:srgbClr val="4CA9A0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13892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生成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965960" y="5138928"/>
            <a:ext cx="1024128" cy="438912"/>
          </a:xfrm>
          <a:prstGeom prst="roundRect">
            <a:avLst/>
          </a:prstGeom>
          <a:solidFill>
            <a:srgbClr val="144B63"/>
          </a:solidFill>
          <a:ln w="12700">
            <a:solidFill>
              <a:srgbClr val="4CA9A0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513892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编辑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0" y="5138928"/>
            <a:ext cx="1024128" cy="438912"/>
          </a:xfrm>
          <a:prstGeom prst="roundRect">
            <a:avLst/>
          </a:prstGeom>
          <a:solidFill>
            <a:srgbClr val="113B54"/>
          </a:solidFill>
          <a:ln w="12700">
            <a:solidFill>
              <a:srgbClr val="4CA9A0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513892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部署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34840" y="5138928"/>
            <a:ext cx="1024128" cy="438912"/>
          </a:xfrm>
          <a:prstGeom prst="roundRect">
            <a:avLst/>
          </a:prstGeom>
          <a:solidFill>
            <a:srgbClr val="144B63"/>
          </a:solidFill>
          <a:ln w="12700">
            <a:solidFill>
              <a:srgbClr val="4CA9A0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513892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管理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35440" y="6080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FCB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 BRIEFING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" y="651967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60" kern="0" dirty="0">
                <a:solidFill>
                  <a:srgbClr val="9FD9D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yu-ai-code-mother · DAILY STATUS · 2026-07-23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81360" y="65196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FD9D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· EXECUTIVE 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项目概览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109960" y="39319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393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3840480" cy="434340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82F49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719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8FD8D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一句话判断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121408"/>
            <a:ext cx="29992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产品链路已完整，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工程交付仍需补强。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60120" y="3511296"/>
            <a:ext cx="2944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8E5E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平台覆盖“描述需求 → AI 生成 → 可视化修改 → 云端部署 → 分享/下载 → 后台治理”的主流程；当前关注点应从功能扩张转向可重复验证与持续交付。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4919472"/>
            <a:ext cx="2697480" cy="43891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91947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仓库近 7 天：0 次提交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1572768"/>
            <a:ext cx="2880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572768"/>
            <a:ext cx="109728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8072" y="1691640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148072" y="2203704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微服务模块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48072" y="2441448"/>
            <a:ext cx="2496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 / model / client / user / app / ai / screenshot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65008" y="1572768"/>
            <a:ext cx="2880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65008" y="1572768"/>
            <a:ext cx="10972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691640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287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21040" y="2203704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 文件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2441448"/>
            <a:ext cx="2496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单体与微服务代码合计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2999232"/>
            <a:ext cx="2880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2999232"/>
            <a:ext cx="109728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8072" y="3118104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17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148072" y="3630168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Vue 页面与组件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48072" y="3867912"/>
            <a:ext cx="2496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Vue 3 + TypeScript + Ant Design Vue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65008" y="2999232"/>
            <a:ext cx="2880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65008" y="2999232"/>
            <a:ext cx="109728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118104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60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321040" y="3630168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历史提交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21040" y="3867912"/>
            <a:ext cx="2496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最新提交：2025-08-26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4599432"/>
            <a:ext cx="605332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93792" y="4901184"/>
            <a:ext cx="411480" cy="41148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93792" y="4901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态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760720" y="47823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状态信号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760720" y="508406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功能面完整  ·  可观测性已铺设  ·  CI/CD 缺失  ·  活跃度偏低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" y="651967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60" kern="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yu-ai-code-mother · DAILY STATUS · 2026-07-23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81360" y="65196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当前架构：双形态并存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109960" y="39319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393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24688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70992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09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7099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前端体验层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2688" y="2423160"/>
            <a:ext cx="1920240" cy="420624"/>
          </a:xfrm>
          <a:prstGeom prst="roundRect">
            <a:avLst/>
          </a:prstGeom>
          <a:solidFill>
            <a:srgbClr val="EEF8F7"/>
          </a:solidFill>
          <a:ln w="12700">
            <a:solidFill>
              <a:srgbClr val="EEF8F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423160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Vue 3 + TypeScript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2688" y="3026664"/>
            <a:ext cx="1920240" cy="420624"/>
          </a:xfrm>
          <a:prstGeom prst="roundRect">
            <a:avLst/>
          </a:prstGeom>
          <a:solidFill>
            <a:srgbClr val="BFEAE5"/>
          </a:solidFill>
          <a:ln w="12700">
            <a:solidFill>
              <a:srgbClr val="BFEAE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026664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对话 / SSE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2688" y="3630168"/>
            <a:ext cx="1920240" cy="420624"/>
          </a:xfrm>
          <a:prstGeom prst="roundRect">
            <a:avLst/>
          </a:prstGeom>
          <a:solidFill>
            <a:srgbClr val="EEF8F7"/>
          </a:solidFill>
          <a:ln w="12700">
            <a:solidFill>
              <a:srgbClr val="EEF8F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63016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实时预览与编辑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2688" y="4233672"/>
            <a:ext cx="1920240" cy="420624"/>
          </a:xfrm>
          <a:prstGeom prst="roundRect">
            <a:avLst/>
          </a:prstGeom>
          <a:solidFill>
            <a:srgbClr val="EEF8F7"/>
          </a:solidFill>
          <a:ln w="12700">
            <a:solidFill>
              <a:srgbClr val="EEF8F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233672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部署与应用管理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154680" y="3502152"/>
            <a:ext cx="640080" cy="0"/>
          </a:xfrm>
          <a:prstGeom prst="line">
            <a:avLst/>
          </a:prstGeom>
          <a:noFill/>
          <a:ln w="20320">
            <a:solidFill>
              <a:srgbClr val="02809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22192" y="1417320"/>
            <a:ext cx="2971800" cy="425196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82F49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42232" y="1709928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42232" y="1709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73168" y="17099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单体基线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42232" y="225856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FEAE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Spring Boot 3.5 · Java 21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42232" y="27614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FD3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编排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76148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LangChain4j / LangGraph4j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42232" y="33284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FD3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代码引擎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3284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解析 / 保存 / Vue 构建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42232" y="389534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FD3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业务服务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89534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用户 / 应用 / 对话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42232" y="44622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FD3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交付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44622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截图 / COS / 下载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812280" y="3502152"/>
            <a:ext cx="612648" cy="0"/>
          </a:xfrm>
          <a:prstGeom prst="line">
            <a:avLst/>
          </a:prstGeom>
          <a:noFill/>
          <a:ln w="20320">
            <a:solidFill>
              <a:srgbClr val="028090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452360" y="1417320"/>
            <a:ext cx="4069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54112" y="1709928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54112" y="1709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微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66760" y="17099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微服务形态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754112" y="2432304"/>
            <a:ext cx="685800" cy="530352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54112" y="2432304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604504" y="2432304"/>
            <a:ext cx="685800" cy="53035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04504" y="2432304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454896" y="2432304"/>
            <a:ext cx="685800" cy="53035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54896" y="2432304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305288" y="2432304"/>
            <a:ext cx="685800" cy="53035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305288" y="2432304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54112" y="3246120"/>
            <a:ext cx="950976" cy="530352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82F49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54112" y="3246120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869680" y="3246120"/>
            <a:ext cx="950976" cy="530352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69680" y="3246120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985248" y="3246120"/>
            <a:ext cx="950976" cy="53035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85248" y="3246120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754112" y="416052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Spring Cloud Alibaba · Dubbo · Nacos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7754112" y="464515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基础设施：MySQL · Redis · COS · Prometheus · Grafana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41248" y="5888736"/>
            <a:ext cx="10515600" cy="411480"/>
          </a:xfrm>
          <a:prstGeom prst="roundRect">
            <a:avLst/>
          </a:prstGeom>
          <a:solidFill>
            <a:srgbClr val="D9EEEE"/>
          </a:solidFill>
          <a:ln w="12700">
            <a:solidFill>
              <a:srgbClr val="D9EEE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60704" y="588873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架构观察：保留完整单体代码便于教学与运行；微服务拆分已完成，但双线维护会放大版本漂移与验证成本。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658368" y="651967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60" kern="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yu-ai-code-mother · DAILY STATUS · 2026-07-23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881360" y="65196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· PRODUCT 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核心能力已形成闭环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109960" y="39319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393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5321808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1764792"/>
            <a:ext cx="621792" cy="6217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764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38928" y="163677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8D6DB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17465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智能代码生成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2258568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自动路由生成策略，支持 HTML、多文件与 Vue 项目；通过工具调用写入、读取、修改文件。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99632" y="1417320"/>
            <a:ext cx="5321808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28816" y="1764792"/>
            <a:ext cx="621792" cy="6217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764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680192" y="163677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8D6DB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370064" y="17465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可视化编辑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70064" y="2258568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对话流式输出与右侧实时预览协同；支持选择页面元素后继续用自然语言迭代。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" y="3767328"/>
            <a:ext cx="5321808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7552" y="4114800"/>
            <a:ext cx="621792" cy="6217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114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38928" y="39867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8D6DB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828800" y="40965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部署与分享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828800" y="460857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一键部署、自动截图封面、生成访问地址，并支持完整项目源码下载。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99632" y="3767328"/>
            <a:ext cx="5321808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28816" y="4114800"/>
            <a:ext cx="621792" cy="6217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4114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680192" y="39867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8D6DB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370064" y="40965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企业级管理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370064" y="460857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用户、应用、对话记录与精选管理；具备限流、缓存、监控和权限控制基础。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58368" y="651967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60" kern="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yu-ai-code-mother · DAILY STATUS · 2026-07-23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81360" y="65196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· RECENT CHANGES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近期进展：最近一轮聚焦工程化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109960" y="39319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393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778240" y="640080"/>
            <a:ext cx="2240280" cy="530352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0" y="64008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2F4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近 7 天：0 次提交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1883664"/>
            <a:ext cx="9966960" cy="54864"/>
          </a:xfrm>
          <a:prstGeom prst="rect">
            <a:avLst/>
          </a:prstGeom>
          <a:solidFill>
            <a:srgbClr val="C8DDE3"/>
          </a:solidFill>
          <a:ln w="12700">
            <a:solidFill>
              <a:srgbClr val="C8DDE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700784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2219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2025-08-13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" y="2615184"/>
            <a:ext cx="23317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33856" y="281635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安全与稳定性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33856" y="3209544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Prompt 审查、稳定性优化、成本优化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170078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22219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2025-08-14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13632" y="2615184"/>
            <a:ext cx="23317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51376" y="281635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上线与可观测性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51376" y="3209544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部署上线；Prometheus / Grafana 监控体系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1700784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22219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2025-08-26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31152" y="2615184"/>
            <a:ext cx="23317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68896" y="281635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微服务改造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68896" y="3209544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完成 7 模块拆分，并保留完整单体代码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149840" y="1700784"/>
            <a:ext cx="384048" cy="38404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48672" y="22219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2026-07-23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948672" y="2615184"/>
            <a:ext cx="23317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186416" y="281635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当前盘点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186416" y="3209544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距最新代码提交约 331 天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8680" y="4773168"/>
            <a:ext cx="10469880" cy="109728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82F49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5093208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判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810512" y="495604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FD8D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判断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810512" y="5276088"/>
            <a:ext cx="891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昨日无代码变化；“近期进展”应以最后一轮有效提交为准。项目已从功能搭建阶段进入“恢复维护节奏、补齐交付门禁”的阶段。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" y="651967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60" kern="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yu-ai-code-mother · DAILY STATUS · 2026-07-23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81360" y="65196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· REPOSITORY SIGNALS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数据与质量信号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109960" y="39319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393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335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静态仓库盘点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1700784"/>
            <a:ext cx="2423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700784"/>
            <a:ext cx="109728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19656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287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 文件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10128" y="1700784"/>
            <a:ext cx="2423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700784"/>
            <a:ext cx="10972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819656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66160" y="233172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Vue 文件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3090672"/>
            <a:ext cx="2423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3090672"/>
            <a:ext cx="109728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209544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3721608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后端测试类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10128" y="3090672"/>
            <a:ext cx="2423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10128" y="3090672"/>
            <a:ext cx="109728" cy="1097280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3209544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5D5D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566160" y="3721608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 工作流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1335024"/>
            <a:ext cx="534924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37960" y="16733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工程健康度信号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537960" y="230428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功能覆盖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0" y="23042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生成 / 编辑 / 部署 / 管理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37960" y="2615184"/>
            <a:ext cx="4553712" cy="182880"/>
          </a:xfrm>
          <a:prstGeom prst="roundRect">
            <a:avLst/>
          </a:prstGeom>
          <a:solidFill>
            <a:srgbClr val="DDEBED"/>
          </a:solidFill>
          <a:ln w="12700">
            <a:solidFill>
              <a:srgbClr val="DDEBED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2615184"/>
            <a:ext cx="3916192" cy="18288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05409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架构能力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26880" y="305409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单体 + 微服务 + 监控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37960" y="3364992"/>
            <a:ext cx="4553712" cy="182880"/>
          </a:xfrm>
          <a:prstGeom prst="roundRect">
            <a:avLst/>
          </a:prstGeom>
          <a:solidFill>
            <a:srgbClr val="DDEBED"/>
          </a:solidFill>
          <a:ln w="12700">
            <a:solidFill>
              <a:srgbClr val="DDEBED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3364992"/>
            <a:ext cx="3551895" cy="182880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380390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自动化验证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26880" y="380390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有后端测试，无前端测试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37960" y="4114800"/>
            <a:ext cx="4553712" cy="182880"/>
          </a:xfrm>
          <a:prstGeom prst="roundRect">
            <a:avLst/>
          </a:prstGeom>
          <a:solidFill>
            <a:srgbClr val="DDEBED"/>
          </a:solidFill>
          <a:ln w="12700">
            <a:solidFill>
              <a:srgbClr val="DDEBE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7960" y="4114800"/>
            <a:ext cx="1593799" cy="182880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45537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持续交付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326880" y="45537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未发现 CI 配置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37960" y="4864608"/>
            <a:ext cx="4553712" cy="182880"/>
          </a:xfrm>
          <a:prstGeom prst="roundRect">
            <a:avLst/>
          </a:prstGeom>
          <a:solidFill>
            <a:srgbClr val="DDEBED"/>
          </a:solidFill>
          <a:ln w="12700">
            <a:solidFill>
              <a:srgbClr val="DDEBED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4864608"/>
            <a:ext cx="546445" cy="182880"/>
          </a:xfrm>
          <a:prstGeom prst="roundRect">
            <a:avLst/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" y="4727448"/>
            <a:ext cx="5074920" cy="1051560"/>
          </a:xfrm>
          <a:prstGeom prst="roundRect">
            <a:avLst/>
          </a:prstGeom>
          <a:solidFill>
            <a:srgbClr val="D9EEEE"/>
          </a:solidFill>
          <a:ln w="12700">
            <a:solidFill>
              <a:srgbClr val="D9EEEE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2688" y="49011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口径说明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901952" y="4855464"/>
            <a:ext cx="3502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文件与提交数来自 Git 跟踪记录；健康度为基于仓库证据的定性评分，不代表线上 SLA、用户量或生成成功率。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58368" y="651967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60" kern="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yu-ai-code-mother · DAILY STATUS · 2026-07-23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881360" y="65196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 · RISKS &amp; BLOCKERS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未完成项、风险与阻塞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109960" y="39319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393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408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优先级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65376" y="14081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60520" y="1408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证据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43800" y="1408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潜在影响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1755648"/>
            <a:ext cx="108813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1929384"/>
            <a:ext cx="621792" cy="438912"/>
          </a:xfrm>
          <a:prstGeom prst="roundRect">
            <a:avLst/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92938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65376" y="192938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持续集成缺失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60520" y="189280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未发现 GitHub Actions 等 CI 配置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43800" y="189280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提交无法自动构建、测试和阻断回归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2761488"/>
            <a:ext cx="108813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2935224"/>
            <a:ext cx="621792" cy="438912"/>
          </a:xfrm>
          <a:prstGeom prst="roundRect">
            <a:avLst/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93522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65376" y="293522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环境基线较重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60520" y="289864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依赖模型 API、MySQL、Redis、Nacos、COS、浏览器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43800" y="289864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本地与集成测试易受外部服务影响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" y="3767328"/>
            <a:ext cx="108813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" y="3941064"/>
            <a:ext cx="621792" cy="438912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394106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F4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65376" y="394106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双架构维护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60520" y="390448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单体与微服务代码同时保留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43800" y="390448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修复需双线同步，存在实现漂移风险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" y="4773168"/>
            <a:ext cx="108813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" y="4946904"/>
            <a:ext cx="621792" cy="438912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94690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F4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65376" y="494690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定制 SDK 代码债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60520" y="491032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dev.langchain4j 下存在 TODO 与调试输出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43800" y="491032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升级兼容性与流式工具调用稳定性需验证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" y="5907024"/>
            <a:ext cx="10881360" cy="36576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82F4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907024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当前没有明确的权限或依赖安装阻塞；主要阻塞是缺少可复现、自动化的验证环境。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8368" y="651967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60" kern="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yu-ai-code-mother · DAILY STATUS · 2026-07-23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81360" y="65196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 · QUALITY &amp;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测试与可运维性现状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109960" y="39319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393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3310128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9264" y="1737360"/>
            <a:ext cx="566928" cy="5669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17007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测试基础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69264" y="2386584"/>
            <a:ext cx="2688336" cy="438912"/>
          </a:xfrm>
          <a:prstGeom prst="roundRect">
            <a:avLst/>
          </a:prstGeom>
          <a:solidFill>
            <a:srgbClr val="F4B942">
              <a:alpha val="92000"/>
            </a:srgbClr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386584"/>
            <a:ext cx="2688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有基础，覆盖不均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42416" y="3200400"/>
            <a:ext cx="128016" cy="128016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306324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个后端测试类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42416" y="3886200"/>
            <a:ext cx="128016" cy="128016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374904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包含代码解析、AI 路由、工作流、截图工具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42416" y="4572000"/>
            <a:ext cx="128016" cy="128016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8448" y="443484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多数为 SpringBootTest，依赖外部环境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15968" y="1417320"/>
            <a:ext cx="3310128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737360"/>
            <a:ext cx="566928" cy="5669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17007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可观测性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4626864" y="2386584"/>
            <a:ext cx="2688336" cy="438912"/>
          </a:xfrm>
          <a:prstGeom prst="roundRect">
            <a:avLst/>
          </a:prstGeom>
          <a:solidFill>
            <a:srgbClr val="2A9D8F">
              <a:alpha val="92000"/>
            </a:srgbClr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2386584"/>
            <a:ext cx="2688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能力已铺设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0016" y="320040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06324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Spring Actuator + Micrometer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00016" y="388620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74904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Prometheus 指标采集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00016" y="4572000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443484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Grafana AI 模型面板配置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973568" y="1417320"/>
            <a:ext cx="3310128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84464" y="1737360"/>
            <a:ext cx="566928" cy="566928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84464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交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06840" y="17007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交付门禁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8284464" y="2386584"/>
            <a:ext cx="2688336" cy="438912"/>
          </a:xfrm>
          <a:prstGeom prst="roundRect">
            <a:avLst/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84464" y="2386584"/>
            <a:ext cx="2688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当前缺失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57616" y="3200400"/>
            <a:ext cx="128016" cy="128016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13648" y="306324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未发现 CI 工作流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357616" y="3886200"/>
            <a:ext cx="128016" cy="128016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13648" y="374904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前端无自动化测试文件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357616" y="4572000"/>
            <a:ext cx="128016" cy="128016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13648" y="443484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没有近期流水线状态可核验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58368" y="5879592"/>
            <a:ext cx="10625328" cy="411480"/>
          </a:xfrm>
          <a:prstGeom prst="roundRect">
            <a:avLst/>
          </a:prstGeom>
          <a:solidFill>
            <a:srgbClr val="D9EEEE"/>
          </a:solidFill>
          <a:ln w="12700">
            <a:solidFill>
              <a:srgbClr val="D9EEEE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587959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最近 CI 状态：不适用——仓库未配置可识别的 CI 流水线。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58368" y="651967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60" kern="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yu-ai-code-mother · DAILY STATUS · 2026-07-23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881360" y="65196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6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 · PRIORITIZED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建议的下一步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109960" y="39319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0" y="393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C4C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508760" y="1527048"/>
            <a:ext cx="420624" cy="420624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527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389888"/>
            <a:ext cx="9107424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5179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建立最小 CI 门禁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499616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后端执行编译与可独立运行的单元测试；前端执行 type-check、build 与只读 lint。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719072" y="1993392"/>
            <a:ext cx="0" cy="475488"/>
          </a:xfrm>
          <a:prstGeom prst="line">
            <a:avLst/>
          </a:prstGeom>
          <a:noFill/>
          <a:ln w="20320">
            <a:solidFill>
              <a:srgbClr val="C8DDE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13232" y="26060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C4C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508760" y="2670048"/>
            <a:ext cx="420624" cy="420624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48840" y="2532888"/>
            <a:ext cx="9107424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68880" y="26609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定义可复现测试环境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2642616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将 MySQL、Redis、Nacos 与外部 AI/COS 依赖分层；为关键链路提供 mock 或测试配置。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719072" y="3136392"/>
            <a:ext cx="0" cy="475488"/>
          </a:xfrm>
          <a:prstGeom prst="line">
            <a:avLst/>
          </a:prstGeom>
          <a:noFill/>
          <a:ln w="20320">
            <a:solidFill>
              <a:srgbClr val="C8DDE3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13232" y="37490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C4C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1508760" y="3813048"/>
            <a:ext cx="420624" cy="42062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2F4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48840" y="3675888"/>
            <a:ext cx="9107424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68880" y="38039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收敛双架构维护规则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83480" y="3785616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明确单体与微服务的主维护线、同步边界和发布策略，避免同一缺陷重复修复。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719072" y="4279392"/>
            <a:ext cx="0" cy="475488"/>
          </a:xfrm>
          <a:prstGeom prst="line">
            <a:avLst/>
          </a:prstGeom>
          <a:noFill/>
          <a:ln w="20320">
            <a:solidFill>
              <a:srgbClr val="C8DDE3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13232" y="48920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C4C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1508760" y="495604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0876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2F4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48840" y="4818888"/>
            <a:ext cx="9107424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DE3"/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468880" y="49469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补齐业务与质量指标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83480" y="4928616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采集生成成功率、首 token 延迟、部署成功率、单次成本，并接入已有 Grafana 面板。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148840" y="6053328"/>
            <a:ext cx="9107424" cy="310896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082F4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59152" y="60533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推荐顺序：先让每次变更可验证，再恢复功能迭代速度。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" y="651967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60" kern="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yu-ai-code-mother · DAILY STATUS · 2026-07-23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81360" y="65196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1280160"/>
            <a:ext cx="4023360" cy="4023360"/>
          </a:xfrm>
          <a:prstGeom prst="ellipse">
            <a:avLst/>
          </a:prstGeom>
          <a:solidFill>
            <a:srgbClr val="02C39A">
              <a:alpha val="17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669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D8D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789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今日结论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E5E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产品能力链条完整；当前主要矛盾已从“有没有功能”转向“能否持续、可靠地交付”。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182112"/>
            <a:ext cx="2944368" cy="1627632"/>
          </a:xfrm>
          <a:prstGeom prst="roundRect">
            <a:avLst/>
          </a:prstGeom>
          <a:solidFill>
            <a:srgbClr val="103A55"/>
          </a:solidFill>
          <a:ln w="12700">
            <a:solidFill>
              <a:srgbClr val="4CA9A0">
                <a:alpha val="75000"/>
              </a:srgbClr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34290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27048" y="34015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能力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39319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8E5E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生成、编辑、部署、管理闭环已形成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41648" y="3182112"/>
            <a:ext cx="2944368" cy="1627632"/>
          </a:xfrm>
          <a:prstGeom prst="roundRect">
            <a:avLst/>
          </a:prstGeom>
          <a:solidFill>
            <a:srgbClr val="103A55"/>
          </a:solidFill>
          <a:ln w="12700">
            <a:solidFill>
              <a:srgbClr val="4CA9A0">
                <a:alpha val="75000"/>
              </a:srgbClr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0" y="34290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37176" y="34015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信号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297680" y="39319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8E5E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近 7 天无提交，维护节奏中断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51776" y="3182112"/>
            <a:ext cx="2944368" cy="1627632"/>
          </a:xfrm>
          <a:prstGeom prst="roundRect">
            <a:avLst/>
          </a:prstGeom>
          <a:solidFill>
            <a:srgbClr val="103A55"/>
          </a:solidFill>
          <a:ln w="12700">
            <a:solidFill>
              <a:srgbClr val="4CA9A0">
                <a:alpha val="75000"/>
              </a:srgbClr>
            </a:solidFill>
            <a:prstDash val="solid"/>
          </a:ln>
          <a:effectLst>
            <a:outerShdw sx="100000" sy="100000" kx="0" ky="0" algn="bl" rotWithShape="0" blurRad="50800" dist="50800" dir="2700000">
              <a:srgbClr val="082F49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07808" y="34290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47304" y="34015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行动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607808" y="39319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8E5E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 与可复现测试环境优先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413248"/>
            <a:ext cx="9564624" cy="475488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413248"/>
            <a:ext cx="9564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下一次状态更新重点：CI 首次运行结果 · 外部依赖隔离进度 · 核心生成链路指标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" y="651967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60" kern="0" dirty="0">
                <a:solidFill>
                  <a:srgbClr val="9FD9D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yu-ai-code-mother · DAILY STATUS · 2026-07-23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81360" y="65196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FD9D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2026-07-23</dc:title>
  <dc:subject>AI 零代码应用生成平台每日项目状态</dc:subject>
  <dc:creator>Cursor Automation</dc:creator>
  <cp:lastModifiedBy>Cursor Automation</cp:lastModifiedBy>
  <cp:revision>1</cp:revision>
  <dcterms:created xsi:type="dcterms:W3CDTF">2026-07-23T09:07:18Z</dcterms:created>
  <dcterms:modified xsi:type="dcterms:W3CDTF">2026-07-23T09:07:18Z</dcterms:modified>
</cp:coreProperties>
</file>