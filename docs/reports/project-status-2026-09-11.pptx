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14F56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389120"/>
            <a:ext cx="3108960" cy="310896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128016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89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内部维护汇报  ·  北京时间  ·  教学项目双轨仓库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yu-ai-code-mother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60120" y="320040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1404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2026年9月11日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320040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1404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 / 团队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14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内部维护简报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44805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0A586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590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60120" y="5266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11880" y="44805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0A5862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4590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611880" y="5266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44805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0A5862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4590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263640" y="5266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单体测试类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15400" y="44805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0A5862"/>
          </a:solidFill>
          <a:ln/>
        </p:spPr>
      </p:sp>
      <p:sp>
        <p:nvSpPr>
          <p:cNvPr id="25" name="Text 23"/>
          <p:cNvSpPr/>
          <p:nvPr/>
        </p:nvSpPr>
        <p:spPr>
          <a:xfrm>
            <a:off x="8915400" y="4590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915400" y="5266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今日要点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今日要点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README、模块目录与 git / GitHub 快照，面向维护窗口的一页结论。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91440" cy="187452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1499616"/>
            <a:ext cx="329184" cy="329184"/>
          </a:xfrm>
          <a:prstGeom prst="ellipse">
            <a:avLst/>
          </a:prstGeom>
          <a:solidFill>
            <a:srgbClr val="C45C2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4480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" y="188366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58368" y="2304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8368" y="25786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仍停在 893918c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83280" y="137160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3280" y="1371600"/>
            <a:ext cx="91440" cy="187452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8" name="Shape 15"/>
          <p:cNvSpPr/>
          <p:nvPr/>
        </p:nvSpPr>
        <p:spPr>
          <a:xfrm>
            <a:off x="3621024" y="1499616"/>
            <a:ext cx="329184" cy="329184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554480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84448" y="188366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3584448" y="2304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仍开放的 Issue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584448" y="25786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/ #81 / #65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309360" y="137160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309360" y="1371600"/>
            <a:ext cx="91440" cy="1874520"/>
          </a:xfrm>
          <a:prstGeom prst="rect">
            <a:avLst/>
          </a:prstGeom>
          <a:solidFill>
            <a:srgbClr val="027A6B"/>
          </a:solidFill>
          <a:ln/>
        </p:spPr>
      </p:sp>
      <p:sp>
        <p:nvSpPr>
          <p:cNvPr id="25" name="Shape 21"/>
          <p:cNvSpPr/>
          <p:nvPr/>
        </p:nvSpPr>
        <p:spPr>
          <a:xfrm>
            <a:off x="6547104" y="1499616"/>
            <a:ext cx="329184" cy="329184"/>
          </a:xfrm>
          <a:prstGeom prst="ellipse">
            <a:avLst/>
          </a:prstGeom>
          <a:solidFill>
            <a:srgbClr val="027A6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554480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10528" y="188366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闭环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6510528" y="2304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四大核心能力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510528" y="25786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· 编辑 · 部署 · 管理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9235440" y="1371600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235440" y="1371600"/>
            <a:ext cx="91440" cy="1874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Shape 27"/>
          <p:cNvSpPr/>
          <p:nvPr/>
        </p:nvSpPr>
        <p:spPr>
          <a:xfrm>
            <a:off x="9473184" y="149961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155448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436608" y="188366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双轨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9436608" y="2304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9436608" y="25786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期改造已落地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457200" y="3547872"/>
            <a:ext cx="112471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57200" y="3547872"/>
            <a:ext cx="91440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9" name="Text 33"/>
          <p:cNvSpPr/>
          <p:nvPr/>
        </p:nvSpPr>
        <p:spPr>
          <a:xfrm>
            <a:off x="777240" y="36393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仓库状态</a:t>
            </a:r>
            <a:endParaRPr lang="en-US" sz="1500" dirty="0"/>
          </a:p>
        </p:txBody>
      </p:sp>
      <p:sp>
        <p:nvSpPr>
          <p:cNvPr id="40" name="Text 34"/>
          <p:cNvSpPr/>
          <p:nvPr/>
        </p:nvSpPr>
        <p:spPr>
          <a:xfrm>
            <a:off x="777240" y="39136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近一年无业务合入。上次提交为 2025-08-26「教程第 14 期 · 微服务改造完成」，含完整单体代码。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457200" y="4462272"/>
            <a:ext cx="112471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457200" y="4462272"/>
            <a:ext cx="91440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3" name="Text 37"/>
          <p:cNvSpPr/>
          <p:nvPr/>
        </p:nvSpPr>
        <p:spPr>
          <a:xfrm>
            <a:off x="777240" y="45537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质量门禁</a:t>
            </a:r>
            <a:endParaRPr lang="en-US" sz="1500" dirty="0"/>
          </a:p>
        </p:txBody>
      </p:sp>
      <p:sp>
        <p:nvSpPr>
          <p:cNvPr id="44" name="Text 38"/>
          <p:cNvSpPr/>
          <p:nvPr/>
        </p:nvSpPr>
        <p:spPr>
          <a:xfrm>
            <a:off x="777240" y="48280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14 个测试类；微服务 0 个测试；无业务 CI，仅有 Copilot Agent 工作流（最近成功跑次为 2026-03-09）。</a:t>
            </a: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>
            <a:off x="457200" y="5376672"/>
            <a:ext cx="112471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457200" y="5376672"/>
            <a:ext cx="91440" cy="804672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47" name="Text 41"/>
          <p:cNvSpPr/>
          <p:nvPr/>
        </p:nvSpPr>
        <p:spPr>
          <a:xfrm>
            <a:off x="777240" y="5468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优先阻塞</a:t>
            </a:r>
            <a:endParaRPr lang="en-US" sz="1500" dirty="0"/>
          </a:p>
        </p:txBody>
      </p:sp>
      <p:sp>
        <p:nvSpPr>
          <p:cNvPr id="48" name="Text 42"/>
          <p:cNvSpPr/>
          <p:nvPr/>
        </p:nvSpPr>
        <p:spPr>
          <a:xfrm>
            <a:off x="777240" y="57424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#5：DeepSeek 推理消息缺 reasoning_content，会打断 Vue 工程生成的工具调用循环。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项目概览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对标大厂的企业级 AI 代码生成教学平台，强调智能体、工作流与后端架构。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6537960" cy="4828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91440" cy="4828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53619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09344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61872" y="15361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定位与交付形态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20116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22860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用户用自然语言描述需求，平台自动路由生成策略，流式产出可预览、可编辑、可部署的网站应用。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3017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代码形态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" y="32918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根目录保留 Spring Boot 单体；yu-ai-code-mother-microservice 为 7 模块拆分；前端独立 Vue 3 工程。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40233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7240" y="42976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三张核心表：user / app / chat_history，支持精选应用、部署标识与游标分页对话。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" y="50292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教学属性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77240" y="53035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完整视频+文字教程项目。Issue #1 曾指出架构图与代码不一致，第 14 期后仓库同时提供两套实现。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15200" y="1371600"/>
            <a:ext cx="4389120" cy="4828032"/>
          </a:xfrm>
          <a:prstGeom prst="rect">
            <a:avLst/>
          </a:prstGeom>
          <a:solidFill>
            <a:srgbClr val="012A3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543800" y="1536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技术栈快照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543800" y="20116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869680" y="2011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 · Java 21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543800" y="25054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869680" y="250545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 · LangGraph4j 1.6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543800" y="299923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869680" y="29992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· Vite 7 · Ant Design Vue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543800" y="349300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869680" y="3493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Alibaba · Dubbo 3.3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543800" y="39867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缓存/会话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869680" y="398678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Redisson · Caffeine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543800" y="44805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869680" y="4480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· Prometheus · Grafana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543800" y="497433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869680" y="49743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腾讯云 COS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543800" y="54681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869680" y="54681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· 通义路由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核心能力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四大核心能力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能力已形成闭环，维护重点从「补功能」转向稳定性、模型兼容与可观测性。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5778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66420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8308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66360" y="16276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54480" y="1719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22960" y="2423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需求描述经 AI 路由，在 HTML / 多文件 / Vue 工程三种策略中选择；工具调用写文件，SSE 流式展示执行过程。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09360" y="1371600"/>
            <a:ext cx="55778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371600"/>
            <a:ext cx="109728" cy="2194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5120" y="166420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78308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018520" y="16276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406640" y="1719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675120" y="2423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生成页实时预览。用户可选中网页元素，与 AI 对话增量或全量修改，直到满意再部署。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57200" y="3767328"/>
            <a:ext cx="55778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57200" y="3767328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21"/>
          <p:cNvSpPr/>
          <p:nvPr/>
        </p:nvSpPr>
        <p:spPr>
          <a:xfrm>
            <a:off x="822960" y="40599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78808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66360" y="4023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155448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822960" y="481888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部署到云端并自动截封面，得到可分享地址；同时支持完整项目源码下载。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309360" y="3767328"/>
            <a:ext cx="55778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309360" y="3767328"/>
            <a:ext cx="109728" cy="2194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Shape 27"/>
          <p:cNvSpPr/>
          <p:nvPr/>
        </p:nvSpPr>
        <p:spPr>
          <a:xfrm>
            <a:off x="6675120" y="4059936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178808"/>
            <a:ext cx="329184" cy="32918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1018520" y="4023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740664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6675120" y="481888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用户、应用、对话后台；精选案例；Prometheus + Grafana 观测 AI 调用与系统性能。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架构与模块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单体已跑通完整链路；微服务按业务域拆分，截图独立成服务。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6720840" cy="4828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4996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代码生成工作流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1938528"/>
            <a:ext cx="3063240" cy="1207008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" y="21031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9304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图片采集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" y="25786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 / 插画 / Logo / 图示并行收集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86200" y="1938528"/>
            <a:ext cx="3063240" cy="1207008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17" name="Shape 15"/>
          <p:cNvSpPr/>
          <p:nvPr/>
        </p:nvSpPr>
        <p:spPr>
          <a:xfrm>
            <a:off x="4014216" y="21031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01421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9704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提示增强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32504" y="25786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把素材与用户需求写入增强 Prompt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291840"/>
            <a:ext cx="3063240" cy="1207008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" y="34564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9304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智能路由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" y="393192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qwen-turbo 判定 HTML / 多文件 / Vue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86200" y="3291840"/>
            <a:ext cx="3063240" cy="1207008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27" name="Shape 25"/>
          <p:cNvSpPr/>
          <p:nvPr/>
        </p:nvSpPr>
        <p:spPr>
          <a:xfrm>
            <a:off x="4014216" y="34564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014216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9704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32504" y="393192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流式模型 + 文件工具写入工程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4645152"/>
            <a:ext cx="3063240" cy="1207008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32" name="Shape 30"/>
          <p:cNvSpPr/>
          <p:nvPr/>
        </p:nvSpPr>
        <p:spPr>
          <a:xfrm>
            <a:off x="813816" y="48097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9304" y="48097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104" y="528523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不通过则回环重新生成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886200" y="4645152"/>
            <a:ext cx="3063240" cy="1207008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37" name="Shape 35"/>
          <p:cNvSpPr/>
          <p:nvPr/>
        </p:nvSpPr>
        <p:spPr>
          <a:xfrm>
            <a:off x="4014216" y="48097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014216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489704" y="48097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工程构建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032504" y="528523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工程走构建节点，其余直接结束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98080" y="1371600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98080" y="1371600"/>
            <a:ext cx="91440" cy="11155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15179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72400" y="186537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core · langgraph4j · monitor · 限流 · 护栏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98080" y="2606040"/>
            <a:ext cx="4206240" cy="1115568"/>
          </a:xfrm>
          <a:prstGeom prst="rect">
            <a:avLst/>
          </a:prstGeom>
          <a:solidFill>
            <a:srgbClr val="012A3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98080" y="2606040"/>
            <a:ext cx="91440" cy="11155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27523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7 模块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72400" y="309981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· model · client · user · app · ai · screenshot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498080" y="3840480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498080" y="3840480"/>
            <a:ext cx="91440" cy="11155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0" y="39867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772400" y="433425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首页、对话预览、应用编辑；管理端用户 / 应用 / 对话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498080" y="5074920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98080" y="5074920"/>
            <a:ext cx="91440" cy="11155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0" y="52212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配套资产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772400" y="55686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建表、prometheus.yml、Grafana AI 仪表盘样例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近期进展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统计窗口：2026-09-04 至 2026-09-11。仓库业务提交已停更，以下为最近里程碑回顾。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794760" cy="4828032"/>
          </a:xfrm>
          <a:prstGeom prst="rect">
            <a:avLst/>
          </a:prstGeom>
          <a:solidFill>
            <a:srgbClr val="012A3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5727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笔业务代码提交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HEAD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893918c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期完成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距今约 381 天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26280" y="1371600"/>
            <a:ext cx="7178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719072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4813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1719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 · 微服务改造完成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拆出 7 模块，Dubbo + Nacos 跨服务调用；同步保留完整单体。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2596896"/>
            <a:ext cx="7178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44368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706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2944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/ 12 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32369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可观测性落地；部署上线教程提交。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26280" y="3822192"/>
            <a:ext cx="7178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4169664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9319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4169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 · 系统优化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74920" y="4462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成本、稳定性、Prompt 审查、限流、实时性、Redis 与 AI 并发。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26280" y="5047488"/>
            <a:ext cx="7178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539496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51572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74920" y="5394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9–10 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74920" y="5687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可视化修改（原生全量 / 工程增量）；LangGraph 工作流与图片并发收集。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数据与指标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左侧为仓库可核验数字；右侧为生产业务指标，本环境无法连接 Prometheus，标注待回填。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1499616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2139696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单体业务 Java 文件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02152" y="1499616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02152" y="2139696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Java 文件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2916936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" y="3557016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页面/组件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278892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02152" y="2916936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502152" y="3557016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HTTP 控制器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5623560" cy="1901952"/>
          </a:xfrm>
          <a:prstGeom prst="rect">
            <a:avLst/>
          </a:prstGeom>
          <a:solidFill>
            <a:srgbClr val="012A3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444398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仓库口径说明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4773168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计数含业务包，不含测试。前端 17 个 Vue 文件覆盖 8 条路由。生产成功率、Token、部署次数需从 Grafana 回填，本环境未连 Prometheus。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371600"/>
            <a:ext cx="5394960" cy="4828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371600"/>
            <a:ext cx="5394960" cy="47548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14264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生产运行指标（待运维回填）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93392"/>
          <a:ext cx="5029200" cy="3383280"/>
        </p:xfrm>
        <a:graphic>
          <a:graphicData uri="http://schemas.openxmlformats.org/drawingml/2006/table">
            <a:tbl>
              <a:tblPr/>
              <a:tblGrid>
                <a:gridCol w="2011680"/>
                <a:gridCol w="1143000"/>
                <a:gridCol w="1874520"/>
              </a:tblGrid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1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1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来源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FEA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应用生成成功率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未采集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AI 看板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日均 Token 消耗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未采集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指标采集器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一键部署次数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未采集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部署接口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限流触发次数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未采集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Redisson 切面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工作流质检回环率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未采集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质检节点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精选应用数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未采集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6492240" y="5532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抓取路径已预置：/api/actuator/prometheus。告警规则文件仍为空。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质量与 CI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 CI 状态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仓库没有业务构建流水线；测试集中在单体 LangGraph / 解析器，多数用例依赖外部模型。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657600" cy="4828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3657600" cy="74980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517904"/>
            <a:ext cx="438912" cy="438912"/>
          </a:xfrm>
          <a:prstGeom prst="ellipse">
            <a:avLst/>
          </a:prstGeom>
          <a:solidFill>
            <a:srgbClr val="027A6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1848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07008" y="15179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测试资产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3232" y="2395728"/>
            <a:ext cx="128016" cy="128016"/>
          </a:xfrm>
          <a:prstGeom prst="ellipse">
            <a:avLst/>
          </a:prstGeom>
          <a:solidFill>
            <a:srgbClr val="027A6B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3042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14 个测试类，覆盖工作流、图片工具、路由、解析器与门面。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3232" y="3310128"/>
            <a:ext cx="128016" cy="128016"/>
          </a:xfrm>
          <a:prstGeom prst="ellipse">
            <a:avLst/>
          </a:prstGeom>
          <a:solidFill>
            <a:srgbClr val="027A6B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2186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CodeParserTest 等为纯单元测试，可离线运行。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3232" y="4224528"/>
            <a:ext cx="128016" cy="128016"/>
          </a:xfrm>
          <a:prstGeom prst="ellipse">
            <a:avLst/>
          </a:prstGeom>
          <a:solidFill>
            <a:srgbClr val="027A6B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41330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工作流与 AI 测试依赖真实 API Key，本环境未执行。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13232" y="5138928"/>
            <a:ext cx="128016" cy="128016"/>
          </a:xfrm>
          <a:prstGeom prst="ellipse">
            <a:avLst/>
          </a:prstGeom>
          <a:solidFill>
            <a:srgbClr val="027A6B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50474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微服务目录未发现任何 *Test.java。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297680" y="1371600"/>
            <a:ext cx="3657600" cy="4828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97680" y="1371600"/>
            <a:ext cx="3657600" cy="74980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98848" y="151790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618488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47488" y="15179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持续集成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4553712" y="239572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4"/>
          <p:cNvSpPr/>
          <p:nvPr/>
        </p:nvSpPr>
        <p:spPr>
          <a:xfrm>
            <a:off x="4800600" y="23042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.github/workflows 业务 YAML，无 Jenkins / GitLab CI。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553712" y="331012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6"/>
          <p:cNvSpPr/>
          <p:nvPr/>
        </p:nvSpPr>
        <p:spPr>
          <a:xfrm>
            <a:off x="4800600" y="32186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仅动态工作流「Copilot coding agent」处于 active。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553712" y="422452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8"/>
          <p:cNvSpPr/>
          <p:nvPr/>
        </p:nvSpPr>
        <p:spPr>
          <a:xfrm>
            <a:off x="4800600" y="41330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最近成功记录：2026-03-09，与产品回归无关。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553712" y="513892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0"/>
          <p:cNvSpPr/>
          <p:nvPr/>
        </p:nvSpPr>
        <p:spPr>
          <a:xfrm>
            <a:off x="4800600" y="50474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前端有 lint / type-check / build 脚本，但未接入门禁。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8138160" y="1371600"/>
            <a:ext cx="3657600" cy="4828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8138160" y="1371600"/>
            <a:ext cx="3657600" cy="74980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37" name="Shape 33"/>
          <p:cNvSpPr/>
          <p:nvPr/>
        </p:nvSpPr>
        <p:spPr>
          <a:xfrm>
            <a:off x="8339328" y="1517904"/>
            <a:ext cx="438912" cy="438912"/>
          </a:xfrm>
          <a:prstGeom prst="ellipse">
            <a:avLst/>
          </a:prstGeom>
          <a:solidFill>
            <a:srgbClr val="C45C26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618488"/>
            <a:ext cx="237744" cy="23774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887968" y="15179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安全与护栏</a:t>
            </a:r>
            <a:endParaRPr lang="en-US" sz="1800" dirty="0"/>
          </a:p>
        </p:txBody>
      </p:sp>
      <p:sp>
        <p:nvSpPr>
          <p:cNvPr id="40" name="Shape 35"/>
          <p:cNvSpPr/>
          <p:nvPr/>
        </p:nvSpPr>
        <p:spPr>
          <a:xfrm>
            <a:off x="8394192" y="2395728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41" name="Text 36"/>
          <p:cNvSpPr/>
          <p:nvPr/>
        </p:nvSpPr>
        <p:spPr>
          <a:xfrm>
            <a:off x="8641080" y="23042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输入护栏：敏感词、注入模式、长度限制。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8394192" y="3310128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43" name="Text 38"/>
          <p:cNvSpPr/>
          <p:nvPr/>
        </p:nvSpPr>
        <p:spPr>
          <a:xfrm>
            <a:off x="8641080" y="32186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输出重试护栏 + Redisson 限流切面已落地。</a:t>
            </a:r>
            <a:endParaRPr lang="en-US" sz="1400" dirty="0"/>
          </a:p>
        </p:txBody>
      </p:sp>
      <p:sp>
        <p:nvSpPr>
          <p:cNvPr id="44" name="Shape 39"/>
          <p:cNvSpPr/>
          <p:nvPr/>
        </p:nvSpPr>
        <p:spPr>
          <a:xfrm>
            <a:off x="8394192" y="4224528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45" name="Text 40"/>
          <p:cNvSpPr/>
          <p:nvPr/>
        </p:nvSpPr>
        <p:spPr>
          <a:xfrm>
            <a:off x="8641080" y="41330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中密钥均为教学占位，生产需外置。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8394192" y="5138928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47" name="Text 42"/>
          <p:cNvSpPr/>
          <p:nvPr/>
        </p:nvSpPr>
        <p:spPr>
          <a:xfrm>
            <a:off x="8641080" y="50474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目录内 LangChain4j 流式补丁仍带上游 TODO。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风险与问题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风险与未完成项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开放问题长期无人跟进，叠加双轨维护与模型厂商协议变更，构成主要阻塞。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36576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53312"/>
            <a:ext cx="3657600" cy="109728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554480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B4231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5544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15361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1938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工程生成失败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" y="2340864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工具调用后要求 assistant 消息携带 reasoning_content。社区建议换模型或给 LangChain4j 打补丁。2026-01 起仍开放。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1353312"/>
            <a:ext cx="36576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353312"/>
            <a:ext cx="3657600" cy="109728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18" name="Shape 16"/>
          <p:cNvSpPr/>
          <p:nvPr/>
        </p:nvSpPr>
        <p:spPr>
          <a:xfrm>
            <a:off x="4498848" y="1554480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C45C26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15544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15361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98848" y="1938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 npm 安装失败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98848" y="2340864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清华镜像缺少 @vitejs/plugin-vue@^6.0.0，学员按视频配置 registry 后 404。需更新安装文档与推荐源。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1353312"/>
            <a:ext cx="36576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1353312"/>
            <a:ext cx="365760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9328" y="1554480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15544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06840" y="15361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39328" y="1938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搜索工具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39328" y="2340864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希望给 VUE_PROJECT 增加联网搜索。方案已写清，但未排期，不影响现有 HTML / 多文件模式。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224528"/>
            <a:ext cx="3657600" cy="19751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8368" y="43891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1060704" y="43708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双轨漂移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8368" y="479145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单体与微服务并行，后续修复需同步，否则教程与运行时分叉。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97680" y="4224528"/>
            <a:ext cx="3657600" cy="19751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98848" y="43891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901184" y="43708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测试空洞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98848" y="479145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微服务零测试 + 无 CI，回归只能靠人工。AI 用例无法在无密钥环境跑通。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38160" y="4224528"/>
            <a:ext cx="3657600" cy="19751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39328" y="43891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8741664" y="43708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厂商协议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39328" y="479145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推理模型字段变更已实际打断主路径，vendor 补丁与上游版本会继续漂移。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下一步计划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按阻塞用户路径的优先级排序，不新增业务功能，先把主路径修通、门禁补上。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53312"/>
            <a:ext cx="960120" cy="8778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5331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14630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Issue #5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179222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DeepSeek 推理消息补 reasoning_content，或默认 Vue 工程改走非推理模型；补一条可复现的集成测试。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921240" y="164592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FCE9DC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1645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11247120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960120" cy="8778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40864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24505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修正前端安装说明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277977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#81：文档改为官方源或已验证镜像，写明 Node 版本与 npm i 成功基线，降低学员卡点。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921240" y="2633472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FCE9DC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26334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28416"/>
            <a:ext cx="11247120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28416"/>
            <a:ext cx="960120" cy="87782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28416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00200" y="343814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CI 门禁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37673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对单体离线单测 + 前端 type-check/lint 建 GitHub Actions；微服务至少先做编译检查。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921240" y="3621024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D3EFEA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36210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两周内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315968"/>
            <a:ext cx="11247120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315968"/>
            <a:ext cx="960120" cy="87782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315968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600200" y="442569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明确双轨策略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00200" y="4754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写清「学单体 / 跑微服务」的入口与同步规则，避免 Issue #1 类误解再次出现。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921240" y="4608576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D3EFEA"/>
          </a:solidFill>
          <a:ln/>
        </p:spPr>
      </p:sp>
      <p:sp>
        <p:nvSpPr>
          <p:cNvPr id="36" name="Text 34"/>
          <p:cNvSpPr/>
          <p:nvPr/>
        </p:nvSpPr>
        <p:spPr>
          <a:xfrm>
            <a:off x="9921240" y="46085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两周内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5303520"/>
            <a:ext cx="11247120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5303520"/>
            <a:ext cx="960120" cy="877824"/>
          </a:xfrm>
          <a:prstGeom prst="rect">
            <a:avLst/>
          </a:prstGeom>
          <a:solidFill>
            <a:srgbClr val="012A3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5303520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600200" y="5413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#65 与观测回填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600200" y="57424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搜索按可选工具评估；把 Grafana 看板接到真实流量，填上生成成功率与 Token。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921240" y="559612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D3EFEA"/>
          </a:solidFill>
          <a:ln/>
        </p:spPr>
      </p:sp>
      <p:sp>
        <p:nvSpPr>
          <p:cNvPr id="43" name="Text 41"/>
          <p:cNvSpPr/>
          <p:nvPr/>
        </p:nvSpPr>
        <p:spPr>
          <a:xfrm>
            <a:off x="9921240" y="55961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排队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840480" cy="3840480"/>
          </a:xfrm>
          <a:prstGeom prst="ellipse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能力已齐，仓库进入维护窗口。先打通 Vue 主路径，再补门禁。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0881360" cy="1298448"/>
          </a:xfrm>
          <a:prstGeom prst="rect">
            <a:avLst/>
          </a:prstGeom>
          <a:solidFill>
            <a:srgbClr val="01404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9344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1591056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产品能力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956816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3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智能生成、可视化编辑、一键部署、后台管理四条链路在代码中闭环，三种生成模式与工作流质检回环可用。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0881360" cy="1298448"/>
          </a:xfrm>
          <a:prstGeom prst="rect">
            <a:avLst/>
          </a:prstGeom>
          <a:solidFill>
            <a:srgbClr val="01404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9067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07238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工程现实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438144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3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日零提交，381 天无业务合入。微服务零测试、无业务 CI，生产指标无法在本环境核验。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407408"/>
            <a:ext cx="10881360" cy="1298448"/>
          </a:xfrm>
          <a:prstGeom prst="rect">
            <a:avLst/>
          </a:prstGeom>
          <a:solidFill>
            <a:srgbClr val="01404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720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455371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立刻要做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491947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3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本周处理 #5 与 #81；两周内补最小 CI 并写清双轨入口。#65 与看板回填可排队。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下一份日报：2026-09-12  ·  仅当 master 有新提交或 Issue 状态变化时刷新结论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2026-09-11</dc:title>
  <dc:subject>AI 零代码应用生成平台项目状态</dc:subject>
  <dc:creator>yu-ai-code-mother 维护汇报</dc:creator>
  <cp:lastModifiedBy>yu-ai-code-mother 维护汇报</cp:lastModifiedBy>
  <cp:revision>1</cp:revision>
  <dcterms:created xsi:type="dcterms:W3CDTF">2026-09-11T09:49:47Z</dcterms:created>
  <dcterms:modified xsi:type="dcterms:W3CDTF">2026-09-11T09:49:47Z</dcterms:modified>
</cp:coreProperties>
</file>