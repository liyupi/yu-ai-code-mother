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149840" y="4023360"/>
            <a:ext cx="3108960" cy="310896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每日项目状态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项目状态汇报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54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8 月 31 日  ·  周一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534924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349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 / 团队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534924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246120" y="5349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教学全栈项目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40680" y="534924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5349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期基线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943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 README、模块目录、Git 历史与 GitHub 议题整理  ·  近 7 日无业务提交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今日快览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115568"/>
            <a:ext cx="2724912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115568"/>
            <a:ext cx="91440" cy="13533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11704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04088" y="17922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" y="2066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无合入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10712" y="1115568"/>
            <a:ext cx="2724912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10712" y="1115568"/>
            <a:ext cx="91440" cy="135331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3611880" y="11704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3611880" y="17922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GitHub 议题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11880" y="2066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#65  #81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18504" y="1115568"/>
            <a:ext cx="2724912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18504" y="1115568"/>
            <a:ext cx="91440" cy="1353312"/>
          </a:xfrm>
          <a:prstGeom prst="rect">
            <a:avLst/>
          </a:prstGeom>
          <a:solidFill>
            <a:srgbClr val="0E5C66"/>
          </a:solidFill>
          <a:ln/>
        </p:spPr>
      </p:sp>
      <p:sp>
        <p:nvSpPr>
          <p:cNvPr id="21" name="Text 18"/>
          <p:cNvSpPr/>
          <p:nvPr/>
        </p:nvSpPr>
        <p:spPr>
          <a:xfrm>
            <a:off x="6519672" y="11704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5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6519672" y="17922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本地测试类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19672" y="2066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src/test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226296" y="1115568"/>
            <a:ext cx="2724912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26296" y="1115568"/>
            <a:ext cx="91440" cy="1353312"/>
          </a:xfrm>
          <a:prstGeom prst="rect">
            <a:avLst/>
          </a:prstGeom>
          <a:solidFill>
            <a:srgbClr val="C46A1B"/>
          </a:solidFill>
          <a:ln/>
        </p:spPr>
      </p:sp>
      <p:sp>
        <p:nvSpPr>
          <p:cNvPr id="26" name="Text 23"/>
          <p:cNvSpPr/>
          <p:nvPr/>
        </p:nvSpPr>
        <p:spPr>
          <a:xfrm>
            <a:off x="9427464" y="11704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6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9427464" y="17922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 CI 流水线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427464" y="2066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workflows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2670048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04088" y="292608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017520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89304" y="2926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代码基线稳定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04088" y="34747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最后业务提交为 2025-08-26「教程第 14 期 · 微服务改造完成」，含完整单体代码。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309360" y="2670048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510528" y="292608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017520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95744" y="2926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日活动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6510528" y="34747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仅有每日状态 Draft PR（#91–#97），无功能或缺陷修复合入。仓库处于维护静默期。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502920" y="4453128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704088" y="470916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800600"/>
            <a:ext cx="256032" cy="25603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289304" y="4709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学员侧阻塞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704088" y="52578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#81：清华 npm 镜像缺少 @vitejs/plugin-vue，跟课安装失败。8 月 28 日有社区建议改用 yarn。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6309360" y="4453128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6510528" y="470916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800600"/>
            <a:ext cx="256032" cy="25603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095744" y="4709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能力闭环已齐</a:t>
            </a:r>
            <a:endParaRPr lang="en-US" sz="1600" dirty="0"/>
          </a:p>
        </p:txBody>
      </p:sp>
      <p:sp>
        <p:nvSpPr>
          <p:cNvPr id="48" name="Text 41"/>
          <p:cNvSpPr/>
          <p:nvPr/>
        </p:nvSpPr>
        <p:spPr>
          <a:xfrm>
            <a:off x="6510528" y="52578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智能生成、可视化编辑、一键部署、后台管理与 Prometheus/Grafana 可观测性均已在教程中落地。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115568"/>
            <a:ext cx="69037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115568"/>
            <a:ext cx="91440" cy="4160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2618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定位与形态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16459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AI 开发实战 + 后端架构为核心的教学项目。用户用自然语言描述需求，平台自动路由生成策略、流式产出代码，并支持可视化改稿、一键部署与源码下载。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26060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67919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89888" y="2587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教学闭环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389888" y="28620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 + 文字教程，从 0 到 1 覆盖需求、设计、实现、优化与上线。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68680" y="34472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52044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3429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双形态交付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89888" y="37033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根目录保留完整单体；yu-ai-code-mother-microservice 为 7 模块拆分。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68680" y="428853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616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888" y="4270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真实业务面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389888" y="45445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用户/应用/对话三表，精选案例、后台管理与多租户对话记忆。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589520" y="1115568"/>
            <a:ext cx="4069080" cy="4160520"/>
          </a:xfrm>
          <a:prstGeom prst="roundRect">
            <a:avLst>
              <a:gd name="adj" fmla="val 2247"/>
            </a:avLst>
          </a:prstGeom>
          <a:solidFill>
            <a:srgbClr val="013E47"/>
          </a:solidFill>
          <a:ln/>
        </p:spPr>
      </p:sp>
      <p:sp>
        <p:nvSpPr>
          <p:cNvPr id="26" name="Text 20"/>
          <p:cNvSpPr/>
          <p:nvPr/>
        </p:nvSpPr>
        <p:spPr>
          <a:xfrm>
            <a:off x="7818120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技术栈快照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818120" y="1737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05256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 ·  Spring Boot 3.5.4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818120" y="2194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05256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1.1.0  ·  LangGraph4j 1.6.0-rc2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818120" y="2651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052560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Chat / Reasoner  ·  通义 qwen-turbo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781812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05256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Redis Session  ·  Caffeine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818120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905256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 ·  Dubbo 3.3  ·  Nacos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818120" y="4023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9052560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 ·  Vite 7  ·  Ant Design Vue  ·  Pinia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818120" y="4480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9052560" y="4480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 ·  Prometheus  ·  Grafana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E7F4F2"/>
          </a:solidFill>
          <a:ln/>
        </p:spPr>
      </p:sp>
      <p:sp>
        <p:nvSpPr>
          <p:cNvPr id="42" name="Text 36"/>
          <p:cNvSpPr/>
          <p:nvPr/>
        </p:nvSpPr>
        <p:spPr>
          <a:xfrm>
            <a:off x="685800" y="5532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仓库结构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85800" y="58064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单体后端（154 个 Java）  ·  yu-ai-code-mother-frontend/（17 个 Vue，8 条路由）  ·  yu-ai-code-mother-microservice/（7 模块，118 个 Java）  ·  sql/ grafana/ prometheus.yml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115568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13716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4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0744" y="140817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04088" y="2029968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按需求自动路由 HTML / 多文件 / Vue 工程。工具调用写文件，SSE 流式回传执行过程。用户级限流 5 次 / 60 秒。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63640" y="1115568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4808" y="13716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904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41464" y="140817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64808" y="2029968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生成页实时预览。编辑模式可选中 iframe 内元素，带着选择器与 AI 对话改稿，直到满意。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02920" y="3081528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3375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564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0744" y="33741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04088" y="3995928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部署到可访问地址，Selenium 自动截封面并上传 COS。支持完整项目源码打包下载。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63640" y="3081528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64808" y="33375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45643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41464" y="33741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6464808" y="3995928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用户、应用、对话后台。管理员可设精选、监控 AI 调用与系统性能（Actuator + Prometheus）。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502920" y="512064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013E47"/>
          </a:solidFill>
          <a:ln/>
        </p:spPr>
      </p:sp>
      <p:sp>
        <p:nvSpPr>
          <p:cNvPr id="30" name="Text 23"/>
          <p:cNvSpPr/>
          <p:nvPr/>
        </p:nvSpPr>
        <p:spPr>
          <a:xfrm>
            <a:off x="731520" y="5230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三种生成策略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31520" y="5532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31520" y="5806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原生单页，适合落地页与简单站点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389120" y="5532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MULTI_FILE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389120" y="5806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分文件保存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046720" y="5532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VUE_PROJECT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8046720" y="5806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Vue 工程，走推理模型与工具链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115568"/>
            <a:ext cx="55778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12984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3807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325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  ·  src/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18470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86000" y="18470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生成门面、解析保存、流式处理、工具与护轨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3408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286000" y="234086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路由、增强、采图、生成、质检、构建节点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28346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286000" y="28346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 / Chat / Workflow SSE / 静态资源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31520" y="33284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横切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286000" y="33284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限流、鉴权、监控采集、Redis 对话记忆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263640" y="1115568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73952" y="129844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38074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5160" y="1325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  ·  7 模块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92240" y="184708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686800" y="184708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共享能力、领域模型、内部接口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92240" y="2340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686800" y="23408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账号、登录态、鉴权拦截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92240" y="28346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686800" y="28346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应用生命周期、对话历史、下载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492240" y="332841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screenshot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68680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生成编排、网页截图与封面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02920" y="4160520"/>
            <a:ext cx="11155680" cy="2148840"/>
          </a:xfrm>
          <a:prstGeom prst="roundRect">
            <a:avLst>
              <a:gd name="adj" fmla="val 4255"/>
            </a:avLst>
          </a:prstGeom>
          <a:solidFill>
            <a:srgbClr val="013E47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43400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78992" y="43159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代码生成工作流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766560" y="43342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另有并发采图子图：计划 → Logo / 插画 / 内容图 / 图表 → 聚合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777240" y="48463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14850"/>
          </a:solidFill>
          <a:ln/>
        </p:spPr>
      </p:sp>
      <p:sp>
        <p:nvSpPr>
          <p:cNvPr id="38" name="Text 32"/>
          <p:cNvSpPr/>
          <p:nvPr/>
        </p:nvSpPr>
        <p:spPr>
          <a:xfrm>
            <a:off x="777240" y="4956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777240" y="5376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2560320" y="48463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14850"/>
          </a:solidFill>
          <a:ln/>
        </p:spPr>
      </p:sp>
      <p:sp>
        <p:nvSpPr>
          <p:cNvPr id="41" name="Text 35"/>
          <p:cNvSpPr/>
          <p:nvPr/>
        </p:nvSpPr>
        <p:spPr>
          <a:xfrm>
            <a:off x="2560320" y="4956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42" name="Text 36"/>
          <p:cNvSpPr/>
          <p:nvPr/>
        </p:nvSpPr>
        <p:spPr>
          <a:xfrm>
            <a:off x="2560320" y="5376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提示增强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4343400" y="48463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14850"/>
          </a:solidFill>
          <a:ln/>
        </p:spPr>
      </p:sp>
      <p:sp>
        <p:nvSpPr>
          <p:cNvPr id="44" name="Text 38"/>
          <p:cNvSpPr/>
          <p:nvPr/>
        </p:nvSpPr>
        <p:spPr>
          <a:xfrm>
            <a:off x="4343400" y="4956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5" name="Text 39"/>
          <p:cNvSpPr/>
          <p:nvPr/>
        </p:nvSpPr>
        <p:spPr>
          <a:xfrm>
            <a:off x="4343400" y="5376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采集图片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6126480" y="48463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14850"/>
          </a:solidFill>
          <a:ln/>
        </p:spPr>
      </p:sp>
      <p:sp>
        <p:nvSpPr>
          <p:cNvPr id="47" name="Text 41"/>
          <p:cNvSpPr/>
          <p:nvPr/>
        </p:nvSpPr>
        <p:spPr>
          <a:xfrm>
            <a:off x="6126480" y="4956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48" name="Text 42"/>
          <p:cNvSpPr/>
          <p:nvPr/>
        </p:nvSpPr>
        <p:spPr>
          <a:xfrm>
            <a:off x="6126480" y="5376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生成代码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7909560" y="48463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14850"/>
          </a:solidFill>
          <a:ln/>
        </p:spPr>
      </p:sp>
      <p:sp>
        <p:nvSpPr>
          <p:cNvPr id="50" name="Text 44"/>
          <p:cNvSpPr/>
          <p:nvPr/>
        </p:nvSpPr>
        <p:spPr>
          <a:xfrm>
            <a:off x="7909560" y="4956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51" name="Text 45"/>
          <p:cNvSpPr/>
          <p:nvPr/>
        </p:nvSpPr>
        <p:spPr>
          <a:xfrm>
            <a:off x="7909560" y="5376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400" dirty="0"/>
          </a:p>
        </p:txBody>
      </p:sp>
      <p:sp>
        <p:nvSpPr>
          <p:cNvPr id="52" name="Shape 46"/>
          <p:cNvSpPr/>
          <p:nvPr/>
        </p:nvSpPr>
        <p:spPr>
          <a:xfrm>
            <a:off x="9692640" y="48463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14850"/>
          </a:solidFill>
          <a:ln/>
        </p:spPr>
      </p:sp>
      <p:sp>
        <p:nvSpPr>
          <p:cNvPr id="53" name="Text 47"/>
          <p:cNvSpPr/>
          <p:nvPr/>
        </p:nvSpPr>
        <p:spPr>
          <a:xfrm>
            <a:off x="9692640" y="4956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54" name="Text 48"/>
          <p:cNvSpPr/>
          <p:nvPr/>
        </p:nvSpPr>
        <p:spPr>
          <a:xfrm>
            <a:off x="9692640" y="5376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工程构建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115568"/>
            <a:ext cx="68122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12801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时间线（业务代码优先）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87552" y="1783080"/>
            <a:ext cx="54864" cy="4069080"/>
          </a:xfrm>
          <a:prstGeom prst="rect">
            <a:avLst/>
          </a:prstGeom>
          <a:solidFill>
            <a:srgbClr val="D8EEEA"/>
          </a:solidFill>
          <a:ln/>
        </p:spPr>
      </p:sp>
      <p:sp>
        <p:nvSpPr>
          <p:cNvPr id="12" name="Shape 9"/>
          <p:cNvSpPr/>
          <p:nvPr/>
        </p:nvSpPr>
        <p:spPr>
          <a:xfrm>
            <a:off x="886968" y="186537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1325880" y="1755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1755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期系统优化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5880" y="20482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并发缓存、限流、Prompt 审查、稳定性与成本。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6968" y="270662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2596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00400" y="2596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25880" y="288950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部署上线与可观测性（Prometheus / Grafana）。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86968" y="354787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5880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00400" y="3438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 · 当前基线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25880" y="37307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微服务改造完成。当日 10 次提交，中间态勿单独使用。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6968" y="4389120"/>
            <a:ext cx="256032" cy="256032"/>
          </a:xfrm>
          <a:prstGeom prst="ellipse">
            <a:avLst/>
          </a:prstGeom>
          <a:solidFill>
            <a:srgbClr val="C46A1B"/>
          </a:solidFill>
          <a:ln/>
        </p:spPr>
      </p:sp>
      <p:sp>
        <p:nvSpPr>
          <p:cNvPr id="25" name="Text 22"/>
          <p:cNvSpPr/>
          <p:nvPr/>
        </p:nvSpPr>
        <p:spPr>
          <a:xfrm>
            <a:off x="1325880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00400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无业务提交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325880" y="4572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静默。仅自动化日报 Draft PR #91–#97。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6968" y="5230368"/>
            <a:ext cx="256032" cy="256032"/>
          </a:xfrm>
          <a:prstGeom prst="ellipse">
            <a:avLst/>
          </a:prstGeom>
          <a:solidFill>
            <a:srgbClr val="C46A1B"/>
          </a:solidFill>
          <a:ln/>
        </p:spPr>
      </p:sp>
      <p:sp>
        <p:nvSpPr>
          <p:cNvPr id="29" name="Text 26"/>
          <p:cNvSpPr/>
          <p:nvPr/>
        </p:nvSpPr>
        <p:spPr>
          <a:xfrm>
            <a:off x="132588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2026-08-28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200400" y="5120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社区反馈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325880" y="541324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 评论建议改用 yarn 观察下载进度。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589520" y="1115568"/>
            <a:ext cx="4069080" cy="2331720"/>
          </a:xfrm>
          <a:prstGeom prst="roundRect">
            <a:avLst>
              <a:gd name="adj" fmla="val 3922"/>
            </a:avLst>
          </a:prstGeom>
          <a:solidFill>
            <a:srgbClr val="013E47"/>
          </a:solidFill>
          <a:ln/>
        </p:spPr>
      </p:sp>
      <p:sp>
        <p:nvSpPr>
          <p:cNvPr id="33" name="Text 30"/>
          <p:cNvSpPr/>
          <p:nvPr/>
        </p:nvSpPr>
        <p:spPr>
          <a:xfrm>
            <a:off x="781812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 7 日判定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818120" y="16916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昨日无新的业务提交或缺陷修复。近 7 日仓库活动全部来自日报自动化，不改变运行时行为。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589520" y="3703320"/>
            <a:ext cx="406908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818120" y="3858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未完成项（议题）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818120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Vue 生成缺 reasoning_content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818120" y="4809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 You.com 联网搜索工具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818120" y="5340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  npm 镜像安装失败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115568"/>
            <a:ext cx="2697480" cy="1207008"/>
          </a:xfrm>
          <a:prstGeom prst="roundRect">
            <a:avLst>
              <a:gd name="adj" fmla="val 757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117043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02920" y="17922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Java 文件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3280" y="1115568"/>
            <a:ext cx="2697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117043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383280" y="17922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 文件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1115568"/>
            <a:ext cx="2697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117043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263640" y="17922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文件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44000" y="1115568"/>
            <a:ext cx="2697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0" y="117043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9144000" y="17922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历史提交总数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2514600"/>
            <a:ext cx="55778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3232" y="267004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34056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52144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可核实的工程量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13232" y="3063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 6 个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2423160" y="30632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App、User、Chat、Health、静态资源、工作流 SSE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13232" y="34472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前端路由 8 条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2423160" y="3447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首页、登录注册、对话、编辑、三类管理页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13232" y="38313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数据表 3 张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2423160" y="38313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user、app、chat_history，含部署键与游标索引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13232" y="42153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 15 个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2423160" y="42153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解析、门面、工作流、工具与截图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263640" y="2514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E7F4F2"/>
          </a:solidFill>
          <a:ln/>
        </p:spPr>
      </p:sp>
      <p:sp>
        <p:nvSpPr>
          <p:cNvPr id="34" name="Text 30"/>
          <p:cNvSpPr/>
          <p:nvPr/>
        </p:nvSpPr>
        <p:spPr>
          <a:xfrm>
            <a:off x="6492240" y="2670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产品指标  ·  待接入生产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492240" y="3063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已配置 Actuator、Prometheus（/api/actuator/prometheus）与 Grafana AI 看板。本环境连不上生产，日生成次数、Token 消耗、部署成功率、SSE 中断率、限流次数暂无实测值。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502920" y="4919472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502920" y="4919472"/>
            <a:ext cx="91440" cy="1371600"/>
          </a:xfrm>
          <a:prstGeom prst="rect">
            <a:avLst/>
          </a:prstGeom>
          <a:solidFill>
            <a:srgbClr val="C46A1B"/>
          </a:solidFill>
          <a:ln/>
        </p:spPr>
      </p:sp>
      <p:sp>
        <p:nvSpPr>
          <p:cNvPr id="38" name="Text 34"/>
          <p:cNvSpPr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822960" y="5376672"/>
            <a:ext cx="10561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.github/workflows，无法给出流水线红绿。pom 含 spring-boot-starter-test；多数用例依赖外部模型、Pexels 或浏览器，属集成测试。GitHub Actions 仅见 2026-03 Copilot 仓库访问检查（成功），与业务回归无关。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115568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1298448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5453A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07592" y="1298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4088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生成缺推理字段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04088" y="226771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模式工具调用缺少 reasoning_content，生成 Vue 工程会直接失败。开放逾 8 个月。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1115568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98848" y="1298448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C46A1B"/>
          </a:solidFill>
          <a:ln/>
        </p:spPr>
      </p:sp>
      <p:sp>
        <p:nvSpPr>
          <p:cNvPr id="17" name="Text 14"/>
          <p:cNvSpPr/>
          <p:nvPr/>
        </p:nvSpPr>
        <p:spPr>
          <a:xfrm>
            <a:off x="4498848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02352" y="1298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98848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学员 npm 安装失败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498848" y="226771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清华镜像对 @vitejs/plugin-vue@^6.0.0 返回 404。文档未写明推荐 registry，跟课体验受损。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92440" y="1115568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93608" y="1298448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C46A1B"/>
          </a:solidFill>
          <a:ln/>
        </p:spPr>
      </p:sp>
      <p:sp>
        <p:nvSpPr>
          <p:cNvPr id="23" name="Text 20"/>
          <p:cNvSpPr/>
          <p:nvPr/>
        </p:nvSpPr>
        <p:spPr>
          <a:xfrm>
            <a:off x="8293608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897112" y="1298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93608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联网搜索未落地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293608" y="226771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搜索工具提案仍开放。Vue 工程生成无法引用最新文档与示例。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2920" y="4114800"/>
            <a:ext cx="11155680" cy="2194560"/>
          </a:xfrm>
          <a:prstGeom prst="roundRect">
            <a:avLst>
              <a:gd name="adj" fmla="val 4167"/>
            </a:avLst>
          </a:prstGeom>
          <a:solidFill>
            <a:srgbClr val="013E47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2611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工程与维护风险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31520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双轨代码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31520" y="5047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单体与微服务并存，中间态提交明确警告勿单独使用。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20440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依赖预发布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20440" y="5047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1.6.0-rc2，升级窗口与行为变化需评估。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309360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无自动回归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309360" y="5047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 CI，护轨/限流/解析改动只能靠人工验证。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098280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指标空窗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098280" y="5047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监控已就位，日报仍读不到生产用量。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" y="0"/>
            <a:ext cx="1205179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24160" y="6528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891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97280"/>
            <a:ext cx="11155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128016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280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08760" y="126187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7F4F2"/>
          </a:solidFill>
          <a:ln/>
        </p:spPr>
      </p:sp>
      <p:sp>
        <p:nvSpPr>
          <p:cNvPr id="13" name="Text 10"/>
          <p:cNvSpPr/>
          <p:nvPr/>
        </p:nvSpPr>
        <p:spPr>
          <a:xfrm>
            <a:off x="1508760" y="12618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14600" y="122529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Vue 生成推理字段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08760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DeepSeek thinking + 工具调用协议，优先关闭 #5，恢复工程模式主路径。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121408"/>
            <a:ext cx="11155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2304288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3042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508760" y="228600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7F4F2"/>
          </a:solidFill>
          <a:ln/>
        </p:spPr>
      </p:sp>
      <p:sp>
        <p:nvSpPr>
          <p:cNvPr id="20" name="Text 17"/>
          <p:cNvSpPr/>
          <p:nvPr/>
        </p:nvSpPr>
        <p:spPr>
          <a:xfrm>
            <a:off x="1508760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14600" y="224942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补齐前端安装说明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08760" y="259689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在前端 README 写明官方 registry 或可用镜像，降低 #81 跟课失败率。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02920" y="3145536"/>
            <a:ext cx="11155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5800" y="3328416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3328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508760" y="331012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7F4F2"/>
          </a:solidFill>
          <a:ln/>
        </p:spPr>
      </p:sp>
      <p:sp>
        <p:nvSpPr>
          <p:cNvPr id="27" name="Text 24"/>
          <p:cNvSpPr/>
          <p:nvPr/>
        </p:nvSpPr>
        <p:spPr>
          <a:xfrm>
            <a:off x="1508760" y="3310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两周内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514600" y="327355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508760" y="36210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增加编译与不依赖外网的单测作业（如 CodeParser），避免静默回归。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02920" y="4169664"/>
            <a:ext cx="11155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352544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4352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508760" y="4334256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7F4F2"/>
          </a:solidFill>
          <a:ln/>
        </p:spPr>
      </p:sp>
      <p:sp>
        <p:nvSpPr>
          <p:cNvPr id="34" name="Text 31"/>
          <p:cNvSpPr/>
          <p:nvPr/>
        </p:nvSpPr>
        <p:spPr>
          <a:xfrm>
            <a:off x="1508760" y="43342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514600" y="429768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搜索工具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508760" y="46451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按现有 ToolManager / BaseTool 规范评估 #65，仅挂到 VUE_PROJECT。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02920" y="5193792"/>
            <a:ext cx="11155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800" y="5376672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39" name="Text 36"/>
          <p:cNvSpPr/>
          <p:nvPr/>
        </p:nvSpPr>
        <p:spPr>
          <a:xfrm>
            <a:off x="685800" y="5376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508760" y="53583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7F4F2"/>
          </a:solidFill>
          <a:ln/>
        </p:spPr>
      </p:sp>
      <p:sp>
        <p:nvSpPr>
          <p:cNvPr id="41" name="Text 38"/>
          <p:cNvSpPr/>
          <p:nvPr/>
        </p:nvSpPr>
        <p:spPr>
          <a:xfrm>
            <a:off x="1508760" y="53583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514600" y="532180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接入日报指标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508760" y="56692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Grafana / Prometheus 取生成次数、Token、部署成功率，替换本页「待接入」。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1"/>
          <p:cNvSpPr/>
          <p:nvPr/>
        </p:nvSpPr>
        <p:spPr>
          <a:xfrm>
            <a:off x="10241280" y="-1188720"/>
            <a:ext cx="3108960" cy="310896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总结与行动焦点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能力已闭环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278892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生成、编辑、部署、管理、监控在第 14 期后齐备，可作为稳定教学基线。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164592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590288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90288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代码进入静默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90288" y="278892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近一年 master 无业务提交。日报自动化不能替代缺陷修复与文档补强。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38160" y="164592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339328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339328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先解学员阻塞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339328" y="278892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优先处理 #5 生成稳定性与 #81 安装路径，再补 CI 与生产指标。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480060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下一份日报若仍无业务提交，将继续跟踪这三条议题与 CI 空窗，不虚构进展。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61264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  ·  docs/reports/project-status-2026-08-31.pptx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241280" y="6126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2026-08-31</dc:title>
  <dc:subject>AI 零代码应用生成平台项目状态</dc:subject>
  <dc:creator>yu-ai-code-mother 日报自动化</dc:creator>
  <cp:lastModifiedBy>yu-ai-code-mother 日报自动化</cp:lastModifiedBy>
  <cp:revision>1</cp:revision>
  <dcterms:created xsi:type="dcterms:W3CDTF">2026-08-31T09:14:14Z</dcterms:created>
  <dcterms:modified xsi:type="dcterms:W3CDTF">2026-08-31T09:14:14Z</dcterms:modified>
</cp:coreProperties>
</file>