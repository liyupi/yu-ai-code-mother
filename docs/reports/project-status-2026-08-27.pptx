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文件数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5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Java</c:v>
                  </c:pt>
                  <c:pt idx="1">
                    <c:v>Vue</c:v>
                  </c:pt>
                  <c:pt idx="2">
                    <c:v>TypeScript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287</c:v>
                </c:pt>
                <c:pt idx="1">
                  <c:v>17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35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C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C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3474720" cy="3474720"/>
          </a:xfrm>
          <a:prstGeom prst="ellipse">
            <a:avLst/>
          </a:prstGeom>
          <a:solidFill>
            <a:srgbClr val="02809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2011680" cy="201168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 ·  内部汇报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yu-ai-code-mother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面向项目维护者与研发团队的仓库盘点：能力、近期变更、风险与下一步。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2606040" cy="1097280"/>
          </a:xfrm>
          <a:prstGeom prst="rect">
            <a:avLst/>
          </a:prstGeom>
          <a:solidFill>
            <a:srgbClr val="025560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汇报日期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2026-08-27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74720" y="3749040"/>
            <a:ext cx="2606040" cy="1097280"/>
          </a:xfrm>
          <a:prstGeom prst="rect">
            <a:avLst/>
          </a:prstGeom>
          <a:solidFill>
            <a:srgbClr val="025560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9312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39312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北京时间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3749040"/>
            <a:ext cx="2606040" cy="1097280"/>
          </a:xfrm>
          <a:prstGeom prst="rect">
            <a:avLst/>
          </a:prstGeom>
          <a:solidFill>
            <a:srgbClr val="025560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基线提交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3952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893918c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44000" y="3749040"/>
            <a:ext cx="2606040" cy="1097280"/>
          </a:xfrm>
          <a:prstGeom prst="rect">
            <a:avLst/>
          </a:prstGeom>
          <a:solidFill>
            <a:srgbClr val="025560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08592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08592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维护者 / 团队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6080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数据来源：README、主模块目录、git 历史（近 7 日优先）与测试/监控配置盘点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E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457200"/>
            <a:ext cx="1417320" cy="14173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32720" y="6528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57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代码生成平台，单体与微服务双轨并存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67665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80160"/>
            <a:ext cx="91440" cy="3063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44475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1532534"/>
            <a:ext cx="190195" cy="19019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14447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平台定位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1938528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用户用自然语言描述需求，平台自动选择生成策略、调用工具写出代码，并以流式输出展示执行过程。生成结果可预览、可视化改稿、一键部署与源码下载。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2880360"/>
            <a:ext cx="6263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3.5 + Java 21 + LangChain4j / LangGraph4j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+ TypeScript + Ant Design Vue + Vite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基础设施：MySQL、Redis / Redisson、对象存储、Prometheus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微服务：Spring Cloud Alibaba + Dubbo 3.3 + Nacos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98080" y="1280160"/>
            <a:ext cx="192024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98080" y="148132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571232" y="217627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源文件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01200" y="1280160"/>
            <a:ext cx="192024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601200" y="148132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9674352" y="217627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/ 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498080" y="2834640"/>
            <a:ext cx="192024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98080" y="30358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7571232" y="373075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累计提交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601200" y="2834640"/>
            <a:ext cx="192024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601200" y="30358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9674352" y="373075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4526280"/>
            <a:ext cx="11247120" cy="173736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30" name="Shape 27"/>
          <p:cNvSpPr/>
          <p:nvPr/>
        </p:nvSpPr>
        <p:spPr>
          <a:xfrm>
            <a:off x="685800" y="473659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" y="4824374"/>
            <a:ext cx="190195" cy="19019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188720" y="4736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当前基线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85800" y="5230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停在教程第 14 期：微服务改造完成，同时保留完整单体代码。版本号仍为 0.0.1-SNAPSHOT。仓库自 2025-08-26 后再无提交。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E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457200"/>
            <a:ext cx="1417320" cy="14173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32720" y="6528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57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四条业务主线已贯通，覆盖生成、改稿、发布与治理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5532120" cy="21762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98448"/>
            <a:ext cx="91440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155448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58" y="165543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35024" y="15727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49808" y="216712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按需求路由 HTML、多文件、Vue 工程三种策略。通过工具调用写文件，并用 SSE 流式展示推理与执行过程。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63640" y="1298448"/>
            <a:ext cx="5532120" cy="21762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1298448"/>
            <a:ext cx="91440" cy="2194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56248" y="155448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198" y="1655430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41464" y="15727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556248" y="216712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预览页进入编辑模式后点选页面元素，带着选择器上下文继续对话，直到页面满意为止。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57200" y="3749040"/>
            <a:ext cx="5532120" cy="21762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3749040"/>
            <a:ext cx="91440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0"/>
          <p:cNvSpPr/>
          <p:nvPr/>
        </p:nvSpPr>
        <p:spPr>
          <a:xfrm>
            <a:off x="749808" y="40050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4106022"/>
            <a:ext cx="218724" cy="2187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35024" y="4023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749808" y="4617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部署到可访问地址、自动截取封面、支持完整源码下载。后台可把应用标记为精选案例。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263640" y="3749040"/>
            <a:ext cx="5532120" cy="21762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63640" y="3749040"/>
            <a:ext cx="91440" cy="2194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Shape 25"/>
          <p:cNvSpPr/>
          <p:nvPr/>
        </p:nvSpPr>
        <p:spPr>
          <a:xfrm>
            <a:off x="6556248" y="400507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198" y="4106022"/>
            <a:ext cx="218724" cy="21872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41464" y="4023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6556248" y="4617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覆盖用户与应用管理、权限校验、限流与 Prompt 审查，并监控 AI 调用与系统指标。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E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457200"/>
            <a:ext cx="1417320" cy="14173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32720" y="6528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57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单体教学路径与微服务拆分并存，工作流节点已产品化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5440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44475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532534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52144" y="1444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单体主线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" y="196596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应用、用户、对话、截图、下载同进程运行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门面 + 解析/保存模板方法 + Vue 工程构建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工作流：采集图、增强、路由、生成、质检、构建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质检失败回环到生成；通过后按类型决定是否构建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200" y="1280160"/>
            <a:ext cx="55321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73368" y="144475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50" y="1532534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67144" y="1444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419088" y="1975104"/>
            <a:ext cx="5029200" cy="438912"/>
          </a:xfrm>
          <a:prstGeom prst="rect">
            <a:avLst/>
          </a:prstGeom>
          <a:solidFill>
            <a:srgbClr val="E4F4F1"/>
          </a:solidFill>
          <a:ln/>
        </p:spPr>
      </p:sp>
      <p:sp>
        <p:nvSpPr>
          <p:cNvPr id="20" name="Text 16"/>
          <p:cNvSpPr/>
          <p:nvPr/>
        </p:nvSpPr>
        <p:spPr>
          <a:xfrm>
            <a:off x="6547104" y="19751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869680" y="19751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公共能力、模型与 RPC 契约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19088" y="2505456"/>
            <a:ext cx="5029200" cy="438912"/>
          </a:xfrm>
          <a:prstGeom prst="rect">
            <a:avLst/>
          </a:prstGeom>
          <a:solidFill>
            <a:srgbClr val="E4F4F1"/>
          </a:solidFill>
          <a:ln/>
        </p:spPr>
      </p:sp>
      <p:sp>
        <p:nvSpPr>
          <p:cNvPr id="23" name="Text 19"/>
          <p:cNvSpPr/>
          <p:nvPr/>
        </p:nvSpPr>
        <p:spPr>
          <a:xfrm>
            <a:off x="6547104" y="250545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25054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账号、会话与鉴权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19088" y="3035808"/>
            <a:ext cx="5029200" cy="438912"/>
          </a:xfrm>
          <a:prstGeom prst="rect">
            <a:avLst/>
          </a:prstGeom>
          <a:solidFill>
            <a:srgbClr val="E4F4F1"/>
          </a:solidFill>
          <a:ln/>
        </p:spPr>
      </p:sp>
      <p:sp>
        <p:nvSpPr>
          <p:cNvPr id="26" name="Text 22"/>
          <p:cNvSpPr/>
          <p:nvPr/>
        </p:nvSpPr>
        <p:spPr>
          <a:xfrm>
            <a:off x="6547104" y="30358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869680" y="30358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应用编排与生成入口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19088" y="3566160"/>
            <a:ext cx="5029200" cy="438912"/>
          </a:xfrm>
          <a:prstGeom prst="rect">
            <a:avLst/>
          </a:prstGeom>
          <a:solidFill>
            <a:srgbClr val="E4F4F1"/>
          </a:solidFill>
          <a:ln/>
        </p:spPr>
      </p:sp>
      <p:sp>
        <p:nvSpPr>
          <p:cNvPr id="29" name="Text 25"/>
          <p:cNvSpPr/>
          <p:nvPr/>
        </p:nvSpPr>
        <p:spPr>
          <a:xfrm>
            <a:off x="6547104" y="35661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869680" y="35661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模型、工具与工作流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419088" y="4096512"/>
            <a:ext cx="5029200" cy="438912"/>
          </a:xfrm>
          <a:prstGeom prst="rect">
            <a:avLst/>
          </a:prstGeom>
          <a:solidFill>
            <a:srgbClr val="E4F4F1"/>
          </a:solidFill>
          <a:ln/>
        </p:spPr>
      </p:sp>
      <p:sp>
        <p:nvSpPr>
          <p:cNvPr id="32" name="Text 28"/>
          <p:cNvSpPr/>
          <p:nvPr/>
        </p:nvSpPr>
        <p:spPr>
          <a:xfrm>
            <a:off x="6547104" y="40965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869680" y="40965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封面截图服务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029200"/>
            <a:ext cx="11247120" cy="123444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35" name="Shape 31"/>
          <p:cNvSpPr/>
          <p:nvPr/>
        </p:nvSpPr>
        <p:spPr>
          <a:xfrm>
            <a:off x="658368" y="523036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1" y="5313761"/>
            <a:ext cx="180685" cy="18068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170432" y="5138928"/>
            <a:ext cx="10287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数据模型精简为 user、app、chat_history 三张核心表。前端覆盖首页、对话预览与应用编辑，管理员可管理用户、应用和对话。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E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457200"/>
            <a:ext cx="1417320" cy="14173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32720" y="6528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57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日无新提交；最近有效里程碑仍是 2025-08-26 的微服务改造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3520440" cy="493776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" y="14630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828" y="1555212"/>
            <a:ext cx="199705" cy="19970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1481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9436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594360" y="28803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新增提交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6656" y="3337560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昨日与本周窗口内仓库保持静止。上次活动距今约一年，HEAD 仍指向第 14 期完成提交。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" y="5074920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 893918c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 鱼皮  ·  2025-08-26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51960" y="1280160"/>
            <a:ext cx="7452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51960" y="1280160"/>
            <a:ext cx="9144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4526280" y="138988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26280" y="160934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期完成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26280" y="19019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微服务改造收口，回补完整单体代码，并声明中间态提交不可单独使用。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51960" y="2514600"/>
            <a:ext cx="7452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51960" y="2514600"/>
            <a:ext cx="9144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/>
          <p:nvPr/>
        </p:nvSpPr>
        <p:spPr>
          <a:xfrm>
            <a:off x="4526280" y="262432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26280" y="28437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服务拆分连打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26280" y="313639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通用、模型、接口、用户、AI、应用、截图与跨服务调用依次合入。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251960" y="3749040"/>
            <a:ext cx="7452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251960" y="3749040"/>
            <a:ext cx="9144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7"/>
          <p:cNvSpPr/>
          <p:nvPr/>
        </p:nvSpPr>
        <p:spPr>
          <a:xfrm>
            <a:off x="4526280" y="385876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26280" y="40782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12–13 期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526280" y="437083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部署上线与可观测性落地：Prometheus 抓取、Grafana 看板样例。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251960" y="4983480"/>
            <a:ext cx="7452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251960" y="4983480"/>
            <a:ext cx="9144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2"/>
          <p:cNvSpPr/>
          <p:nvPr/>
        </p:nvSpPr>
        <p:spPr>
          <a:xfrm>
            <a:off x="4526280" y="50932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26280" y="5312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10–11 期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526280" y="560527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工作流，以及并发、限流、审查、成本与稳定性优化。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E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457200"/>
            <a:ext cx="1417320" cy="14173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32720" y="6528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57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仓库静态盘点可量化；业务运行指标尚未从监控系统回灌本汇报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3716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业务源文件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Vue + 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28016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3716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29000" y="2029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38 个用例方法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3716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09360" y="2029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340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GitHub Actions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98280" y="128016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98280" y="13716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189720" y="2029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生成策略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89720" y="2340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127248"/>
            <a:ext cx="67208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2369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代码构成（静态统计）</a:t>
            </a:r>
            <a:endParaRPr lang="en-US" sz="16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48640" y="3547872"/>
          <a:ext cx="64922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7452360" y="3127248"/>
            <a:ext cx="4251960" cy="310896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30" name="Shape 27"/>
          <p:cNvSpPr/>
          <p:nvPr/>
        </p:nvSpPr>
        <p:spPr>
          <a:xfrm>
            <a:off x="7680960" y="329184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353" y="3375233"/>
            <a:ext cx="180685" cy="18068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156448" y="3291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待接入运行指标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680960" y="37673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以下数字当前无法从仓库读出，需对接监控与业务库后回填：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7680960" y="434340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日活用户、新建应用数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部署成功率与耗时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Token 与费用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限流触发与质检回环次数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E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457200"/>
            <a:ext cx="1417320" cy="14173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32720" y="6528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57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质量与测试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存在本地测试与监控样例，但缺少自动门禁，近期无法读取 CI 状态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112471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80160"/>
            <a:ext cx="91440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14630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1555212"/>
            <a:ext cx="199705" cy="1997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16736" y="142646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测试资产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16736" y="184708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 15 个测试类，覆盖解析、门面、路由、工作流与截图。多数用例依赖真实模型或外部接口，不适合无密钥空跑。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112471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31089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80" y="3201132"/>
            <a:ext cx="199705" cy="19970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16736" y="307238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持续集成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316736" y="349300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 GitHub Actions 或 GitLab CI。编译、单测与前端 lint 均未在合并前强制执行，回归主要靠人工。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57200" y="4572000"/>
            <a:ext cx="112471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4572000"/>
            <a:ext cx="91440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0"/>
          <p:cNvSpPr/>
          <p:nvPr/>
        </p:nvSpPr>
        <p:spPr>
          <a:xfrm>
            <a:off x="749808" y="47548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80" y="4847052"/>
            <a:ext cx="199705" cy="19970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16736" y="471830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316736" y="513892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抓取 /api/actuator/prometheus；grafana 目录含 AI 模型看板样例。告警规则文件目前仍为空。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E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457200"/>
            <a:ext cx="1417320" cy="14173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32720" y="6528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57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当前阻塞偏工程治理，而不是单一功能缺口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499616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B4231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499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7008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双轨代码同步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单体与微服务并行。第 14 期中间态提交不可单独检出，后续改动容易漂移。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298448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98848" y="1499616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B42318"/>
          </a:solidFill>
          <a:ln/>
        </p:spPr>
      </p:sp>
      <p:sp>
        <p:nvSpPr>
          <p:cNvPr id="17" name="Text 15"/>
          <p:cNvSpPr/>
          <p:nvPr/>
        </p:nvSpPr>
        <p:spPr>
          <a:xfrm>
            <a:off x="4498848" y="1499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47488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 CI 门禁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8848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合并缺少编译与测试闸门。外部接口测试未分层，回归主要靠人工。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1298448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499616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1499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87968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供应商补丁残留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39328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复制的 LangChain4j 流式代码含调试输出和未完成注释，维护成本偏高。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3950208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3913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外部模型绑定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" y="4370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默认对接 DeepSeek 与通义。密钥不在仓库内，本地和教学环境容易中断。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97680" y="374904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98848" y="3950208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32" name="Text 30"/>
          <p:cNvSpPr/>
          <p:nvPr/>
        </p:nvSpPr>
        <p:spPr>
          <a:xfrm>
            <a:off x="4498848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47488" y="3913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版本与依赖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98848" y="4370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仍是 RC。单体 Spring Boot 3.5.4 与微服务 3.5.3 不一致。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138160" y="374904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39328" y="3950208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339328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87968" y="3913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仓库长期静止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39328" y="4370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2025-08-26 再无新提交。文档、依赖和运行手册可能已经落后。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E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457200"/>
            <a:ext cx="1417320" cy="14173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288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32720" y="6528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57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建议按质量门禁、架构收口、可观测性、依赖治理四条线推进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1124712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80160"/>
            <a:ext cx="1005840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28016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64208" y="13533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补齐最小 CI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64208" y="1682496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增加编译、与外部接口解耦的单测、前端 lint。把依赖真实模型的用例标为手动或集成测试。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1124712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86000"/>
            <a:ext cx="1005840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8600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64208" y="235915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明确主交付形态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64208" y="2688336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选定微服务或单体为官方路径，写清启动手册，避免中间态提交被误用。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1124712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91840"/>
            <a:ext cx="1005840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64208" y="336499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回填运行指标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64208" y="3694176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从监控系统与业务表导出日活、生成次数、部署成功率、Token 费用，供后续日报使用。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1124712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97680"/>
            <a:ext cx="1005840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9768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64208" y="437083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清理供应商补丁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64208" y="4700016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去掉调试打印与未完成注释，评估能否回到上游版本，降低双份维护成本。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303520"/>
            <a:ext cx="1124712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5303520"/>
            <a:ext cx="1005840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30352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664208" y="537667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对齐依赖版本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64208" y="5705856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 Spring Boot 小版本，规划 LangGraph 从 RC 升级，并检查密钥样例不入库。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914400"/>
            <a:ext cx="2743200" cy="2743200"/>
          </a:xfrm>
          <a:prstGeom prst="ellipse">
            <a:avLst/>
          </a:prstGeom>
          <a:solidFill>
            <a:srgbClr val="028090">
              <a:alpha val="5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389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总结与建议焦点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能力闭环已在教学基线上成立；当前最大缺口是工程治理，而不是再堆功能。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5204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8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23957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能力已成型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8952" y="2926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生成、可视化改稿、部署分享、后台治理四条主线齐备，工作流已带质检回环。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1554480"/>
            <a:ext cx="35204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9280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9432" y="23957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治理是短板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99432" y="2926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日零提交、无 CI、双轨并存。供应商补丁与 RC 依赖需要收口。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83880" y="1554480"/>
            <a:ext cx="35204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9912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89280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9912" y="23957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本周先做门禁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39912" y="2926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优先落地最小 CI 与指标回填，再谈新功能或微服务深化。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下次汇报关注：CI 是否落地、主架构是否选定、运行指标是否可自动回填。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2026-08-27  ·  北京时间  ·  10 / 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2026-08-27</dc:title>
  <dc:subject>AI 零代码应用生成平台项目状态</dc:subject>
  <dc:creator>yu-ai-code-mother 状态自动化</dc:creator>
  <cp:lastModifiedBy>yu-ai-code-mother 状态自动化</cp:lastModifiedBy>
  <cp:revision>1</cp:revision>
  <dcterms:created xsi:type="dcterms:W3CDTF">2026-08-27T09:23:42Z</dcterms:created>
  <dcterms:modified xsi:type="dcterms:W3CDTF">2026-08-27T09:23:42Z</dcterms:modified>
</cp:coreProperties>
</file>