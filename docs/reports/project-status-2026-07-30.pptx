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2A36"/>
          </a:solidFill>
          <a:ln w="12700">
            <a:solidFill>
              <a:srgbClr val="012A3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014F5E"/>
          </a:solidFill>
          <a:ln w="12700">
            <a:solidFill>
              <a:srgbClr val="014F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0" y="1280160"/>
            <a:ext cx="1828800" cy="18288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06640" y="1737360"/>
            <a:ext cx="914400" cy="9144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97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STATUS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零代码应用生成平台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40080" y="2240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每日项目状态汇报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40080" y="3017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2026-07-30（北京时间）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297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受众：项目维护者 / 研发团队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766560" y="4297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Teal Trust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8F8"/>
          </a:solidFill>
          <a:ln w="12700">
            <a:solidFill>
              <a:srgbClr val="F2F8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09728"/>
            <a:ext cx="109728" cy="503377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项目概览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教学向企业级 AI 代码生成平台 · 单体 + 微服务双形态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39776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234440"/>
            <a:ext cx="109728" cy="13716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463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定位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18745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用户描述需求 → AI 生成可预览、可编辑、可部署的 Web 应用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1234440"/>
            <a:ext cx="39776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234440"/>
            <a:ext cx="109728" cy="1371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1463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技术栈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83480" y="18745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3.5 · LangChain4j · LangGraph4j · Vue 3 · Redis · Dubbo/Nacos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39776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788920"/>
            <a:ext cx="109728" cy="1371600"/>
          </a:xfrm>
          <a:prstGeom prst="rect">
            <a:avLst/>
          </a:prstGeom>
          <a:solidFill>
            <a:srgbClr val="014F5E"/>
          </a:solidFill>
          <a:ln w="12700">
            <a:solidFill>
              <a:srgbClr val="014F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0175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代码形态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77240" y="34290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 src/ 完整可用；微服务 7 模块已拆分（教程第 14 期完成态）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663440" y="2788920"/>
            <a:ext cx="39776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2788920"/>
            <a:ext cx="109728" cy="1371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83480" y="30175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规模快照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983480" y="34290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后端约 146 Java 文件；前端 17 Vue 页；测试用例 15 个类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482803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每日状态  ·  2026-07-30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0" y="4828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8F8"/>
          </a:solidFill>
          <a:ln w="12700">
            <a:solidFill>
              <a:srgbClr val="F2F8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09728"/>
            <a:ext cx="109728" cy="503377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核心能力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四大产品能力构成平台主价值链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316736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3716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45920" y="12984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智能代码生成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645920" y="157276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需求理解 + 策略路由 + 工具调用，流式输出执行过程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011680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2139696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1945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45920" y="212140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可视化编辑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645920" y="239572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选中页面元素与 AI 对话，支持原生全量与工程增量修改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34640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2962656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30175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45920" y="294436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一键部署分享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645920" y="321868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云端部署、自动截图封面、可访问地址与源码下载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3785616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0A896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38404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645920" y="376732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企业级管理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645920" y="404164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用户/应用管理、精选案例、AI 与系统监控看板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每日状态  ·  2026-07-30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0" y="4828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8F8"/>
          </a:solidFill>
          <a:ln w="12700">
            <a:solidFill>
              <a:srgbClr val="F2F8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09728"/>
            <a:ext cx="109728" cy="503377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近期进展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日业务提交为空；关注开放 Issue / PR 与日报连续性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926080" cy="3291840"/>
          </a:xfrm>
          <a:prstGeom prst="roundRect">
            <a:avLst>
              <a:gd name="adj" fmla="val 3750"/>
            </a:avLst>
          </a:prstGeom>
          <a:solidFill>
            <a:srgbClr val="014F5E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4630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日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19202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64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业务代码提交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" y="32461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主线仍停留在 2025-08-26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C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教程第 14 期微服务改造完成态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C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（HEAD: 893918c）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0" y="1188720"/>
            <a:ext cx="5029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3794760" y="1353312"/>
            <a:ext cx="777240" cy="402336"/>
          </a:xfrm>
          <a:prstGeom prst="roundRect">
            <a:avLst>
              <a:gd name="adj" fmla="val 13636"/>
            </a:avLst>
          </a:prstGeom>
          <a:solidFill>
            <a:srgbClr val="D6F0ED"/>
          </a:solidFill>
          <a:ln/>
        </p:spPr>
      </p:sp>
      <p:sp>
        <p:nvSpPr>
          <p:cNvPr id="14" name="Text 12"/>
          <p:cNvSpPr/>
          <p:nvPr/>
        </p:nvSpPr>
        <p:spPr>
          <a:xfrm>
            <a:off x="37947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昨日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1280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日报自动化持续产出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54880" y="15727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2026-07-29 状态 PPT 已生成（PR #69 Draft）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0" y="2011680"/>
            <a:ext cx="5029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3794760" y="2176272"/>
            <a:ext cx="777240" cy="402336"/>
          </a:xfrm>
          <a:prstGeom prst="roundRect">
            <a:avLst>
              <a:gd name="adj" fmla="val 13636"/>
            </a:avLst>
          </a:prstGeom>
          <a:solidFill>
            <a:srgbClr val="D6F0ED"/>
          </a:solidFill>
          <a:ln/>
        </p:spPr>
      </p:sp>
      <p:sp>
        <p:nvSpPr>
          <p:cNvPr id="19" name="Text 17"/>
          <p:cNvSpPr/>
          <p:nvPr/>
        </p:nvSpPr>
        <p:spPr>
          <a:xfrm>
            <a:off x="3794760" y="22402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07-26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2103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You.com 搜索能力提案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754880" y="23957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#65 + PR #66 新增联网搜索工具，待评审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0" y="2834640"/>
            <a:ext cx="5029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3794760" y="2999232"/>
            <a:ext cx="777240" cy="402336"/>
          </a:xfrm>
          <a:prstGeom prst="roundRect">
            <a:avLst>
              <a:gd name="adj" fmla="val 13636"/>
            </a:avLst>
          </a:prstGeom>
          <a:solidFill>
            <a:srgbClr val="D6F0ED"/>
          </a:solidFill>
          <a:ln/>
        </p:spPr>
      </p:sp>
      <p:sp>
        <p:nvSpPr>
          <p:cNvPr id="24" name="Text 22"/>
          <p:cNvSpPr/>
          <p:nvPr/>
        </p:nvSpPr>
        <p:spPr>
          <a:xfrm>
            <a:off x="3794760" y="3063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主线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54880" y="2926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微服务拆分完成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754880" y="32186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/ app / ai / screenshot / client / common / model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0" y="3657600"/>
            <a:ext cx="5029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3794760" y="3822192"/>
            <a:ext cx="777240" cy="402336"/>
          </a:xfrm>
          <a:prstGeom prst="roundRect">
            <a:avLst>
              <a:gd name="adj" fmla="val 13636"/>
            </a:avLst>
          </a:prstGeom>
          <a:solidFill>
            <a:srgbClr val="D6F0ED"/>
          </a:solidFill>
          <a:ln/>
        </p:spPr>
      </p:sp>
      <p:sp>
        <p:nvSpPr>
          <p:cNvPr id="29" name="Text 27"/>
          <p:cNvSpPr/>
          <p:nvPr/>
        </p:nvSpPr>
        <p:spPr>
          <a:xfrm>
            <a:off x="3794760" y="38862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存量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54880" y="37490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可观测与系统优化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754880" y="404164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11–13 期：限流、缓存、Prompt 审查、Prometheus/Grafana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482803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每日状态  ·  2026-07-30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772400" y="4828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8F8"/>
          </a:solidFill>
          <a:ln w="12700">
            <a:solidFill>
              <a:srgbClr val="F2F8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09728"/>
            <a:ext cx="109728" cy="503377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模块架构要点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单体与微服务并存，便于教学对照与渐进迁移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188720"/>
            <a:ext cx="402336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单体应用（src/）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192024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core / langgraph4j 生成链路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controller：应用、用户、对话、工作流 SSE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+ ratelimter 稳定性与成本控制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个测试类覆盖路由、工作流、工具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 Vue3：用户/应用/管理后台页面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4663440" y="1188720"/>
            <a:ext cx="4023360" cy="502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微服务（7 模块）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892040" y="1892808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1874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4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yu-ai-code-user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98080" y="18745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用户服务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92040" y="2276856"/>
            <a:ext cx="347472" cy="34747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22585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4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yu-ai-code-app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498080" y="225856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应用服务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92040" y="2660904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0" y="264261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4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yu-ai-code-ai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98080" y="2642616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92040" y="3044952"/>
            <a:ext cx="347472" cy="34747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94960" y="302666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4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yu-ai-code-screenshot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498080" y="302666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截图服务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892040" y="3429000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94960" y="341071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4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yu-ai-code-client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498080" y="341071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RPC 接口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892040" y="3813048"/>
            <a:ext cx="347472" cy="34747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3794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4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/ model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498080" y="37947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通用与模型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482803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每日状态  ·  2026-07-30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772400" y="4828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8F8"/>
          </a:solidFill>
          <a:ln w="12700">
            <a:solidFill>
              <a:srgbClr val="F2F8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09728"/>
            <a:ext cx="109728" cy="503377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 / 指标要点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运行指标尚未接入日报流水线，以下为可观测能力与待补齐项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20116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48640" y="2103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4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单元/集成测试类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单体侧已覆盖核心链路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06040" y="1234440"/>
            <a:ext cx="20116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60604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2697480" y="2103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4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9748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Dubbo + Nacos 跨服务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1234440"/>
            <a:ext cx="20116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5488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846320" y="2103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4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开放 Issues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4632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 · #65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903720" y="1234440"/>
            <a:ext cx="20116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0372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6995160" y="2103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4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生产调用量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9516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待接入监控导出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15468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E6F9F4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291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已有可观测基础（第 13 期）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85800" y="3703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配置与 Grafana AI 模型看板（grafana/）已入库；建议下一步将 Token 用量、生成成功率、P95 延迟、部署成功率导出到日报指标区，替代当前「待接入」说明。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482803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每日状态  ·  2026-07-30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0" y="4828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8F8"/>
          </a:solidFill>
          <a:ln w="12700">
            <a:solidFill>
              <a:srgbClr val="F2F8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09728"/>
            <a:ext cx="109728" cy="503377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风险与问题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按影响优先级排列，便于维护者排期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307592"/>
            <a:ext cx="502920" cy="402336"/>
          </a:xfrm>
          <a:prstGeom prst="roundRect">
            <a:avLst>
              <a:gd name="adj" fmla="val 13636"/>
            </a:avLst>
          </a:prstGeom>
          <a:solidFill>
            <a:srgbClr val="FDECEC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3716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23444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Vue 生成 reason-content 缺失（#5）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80160" y="1527048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thinking 模式工具调用报错，影响 VUE_PROJECT 主路径可用性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6596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2130552"/>
            <a:ext cx="502920" cy="402336"/>
          </a:xfrm>
          <a:prstGeom prst="roundRect">
            <a:avLst>
              <a:gd name="adj" fmla="val 13636"/>
            </a:avLst>
          </a:prstGeom>
          <a:solidFill>
            <a:srgbClr val="FFF4E5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1945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9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80160" y="205740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You.com 工具 PR 待审（#66 / #65）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2350008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功能已实现且可合并，但缺评审与密钥/配置运维说明，合入节奏不确定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788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2953512"/>
            <a:ext cx="502920" cy="402336"/>
          </a:xfrm>
          <a:prstGeom prst="roundRect">
            <a:avLst>
              <a:gd name="adj" fmla="val 13636"/>
            </a:avLst>
          </a:prstGeom>
          <a:solidFill>
            <a:srgbClr val="FFF4E5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301752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9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80160" y="288036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主线业务提交长期停滞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80160" y="3172968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 2025-08-26 后无业务变更；日报/Draft PR 堆积，维护信号偏弱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3776472"/>
            <a:ext cx="502920" cy="402336"/>
          </a:xfrm>
          <a:prstGeom prst="roundRect">
            <a:avLst>
              <a:gd name="adj" fmla="val 13636"/>
            </a:avLst>
          </a:prstGeom>
          <a:solidFill>
            <a:srgbClr val="D6F0ED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38404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70332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缺少业务 CI 门禁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80160" y="3995928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 .github workflows；仅有 Copilot 访问检查历史，回归依赖人工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每日状态  ·  2026-07-30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0" y="4828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8F8"/>
          </a:solidFill>
          <a:ln w="12700">
            <a:solidFill>
              <a:srgbClr val="F2F8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09728"/>
            <a:ext cx="109728" cy="503377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未完成项与下一步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建议按「修复主路径 → 合入增强 → 加固工程」推进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未完成 / 待办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192024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修复 #5：reasoning_content 字段兼容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评审并合入 #66 You.com 搜索工具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补充 youcom.api-key 运维与密钥管理说明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梳理历史 Draft 日报 PR 的合入策略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 Grafana 指标导出到日报指标区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014F5E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建议下一步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937760" y="1874520"/>
            <a:ext cx="292608" cy="29260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892808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394960" y="1874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优先修复 #5，恢复 Vue 生成主路径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2331720"/>
            <a:ext cx="292608" cy="29260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2350008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94960" y="2331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 #66 代码评审与合入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937760" y="2788920"/>
            <a:ext cx="292608" cy="29260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2807208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94960" y="2788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新增最小 CI：编译 + 单测门禁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937760" y="3246120"/>
            <a:ext cx="292608" cy="29260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3264408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94960" y="32461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接入 Token/成功率等运行指标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937760" y="3703320"/>
            <a:ext cx="292608" cy="29260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3721608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94960" y="3703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评估微服务与单体同步维护成本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每日状态  ·  2026-07-30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0" y="4828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8F8"/>
          </a:solidFill>
          <a:ln w="12700">
            <a:solidFill>
              <a:srgbClr val="F2F8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09728"/>
            <a:ext cx="109728" cy="503377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 / 测试状态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仓库无业务向 GitHub Actions；测试以本地 Maven 用例为主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3258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结论：无持续集成流水线配置（无 .github/workflows）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1691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最近 Actions 记录仅为 Copilot 访问检查（2026-03 成功），不能作为构建/测试门禁依据。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331720"/>
            <a:ext cx="269748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06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测试资产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0632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单体侧 15 个测试类（约 528 行），覆盖 AI 路由、Facade、LangGraph 工作流与工具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91840" y="233172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3291840" y="2331720"/>
            <a:ext cx="269748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2606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运行依赖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74720" y="30632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多数用例依赖外部 API Key / Redis 等，难以在无密钥环境自动全绿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233172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6126480" y="2331720"/>
            <a:ext cx="2697480" cy="1097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2606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建议门禁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309360" y="30632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先加 compile + 可离线单测；密钥相关用例标记 integration 并默认跳过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每日状态  ·  2026-07-30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0" y="4828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2A36"/>
          </a:solidFill>
          <a:ln w="12700">
            <a:solidFill>
              <a:srgbClr val="012A3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总结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平台能力完整，近期节奏偏静；优先打通 Vue 生成主路径与工程门禁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4023360" cy="1051560"/>
          </a:xfrm>
          <a:prstGeom prst="roundRect">
            <a:avLst>
              <a:gd name="adj" fmla="val 8696"/>
            </a:avLst>
          </a:prstGeom>
          <a:solidFill>
            <a:srgbClr val="014F5E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28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148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 · 可视化编辑 · 部署分享 · 管理监控 四条主线齐备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4023360" cy="1051560"/>
          </a:xfrm>
          <a:prstGeom prst="roundRect">
            <a:avLst>
              <a:gd name="adj" fmla="val 8696"/>
            </a:avLst>
          </a:prstGeom>
          <a:solidFill>
            <a:srgbClr val="014F5E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828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变更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2148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日无业务提交；开放 #5 / #65（#66 待审）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4023360" cy="1051560"/>
          </a:xfrm>
          <a:prstGeom prst="roundRect">
            <a:avLst>
              <a:gd name="adj" fmla="val 8696"/>
            </a:avLst>
          </a:prstGeom>
          <a:solidFill>
            <a:srgbClr val="014F5E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063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3383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生成缺陷阻断体验；CI 与运行指标仍缺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2880360"/>
            <a:ext cx="4023360" cy="1051560"/>
          </a:xfrm>
          <a:prstGeom prst="roundRect">
            <a:avLst>
              <a:gd name="adj" fmla="val 8696"/>
            </a:avLst>
          </a:prstGeom>
          <a:solidFill>
            <a:srgbClr val="014F5E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3063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0" y="3383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 #5 → 合 #66 → 最小 CI → 指标进日报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2026-07-30</dc:title>
  <dc:subject>AI 零代码应用生成平台项目状态</dc:subject>
  <dc:creator>yu-ai-code-mother 自动化日报</dc:creator>
  <cp:lastModifiedBy>yu-ai-code-mother 自动化日报</cp:lastModifiedBy>
  <cp:revision>1</cp:revision>
  <dcterms:created xsi:type="dcterms:W3CDTF">2026-07-30T09:04:53Z</dcterms:created>
  <dcterms:modified xsi:type="dcterms:W3CDTF">2026-07-30T09:04:53Z</dcterms:modified>
</cp:coreProperties>
</file>