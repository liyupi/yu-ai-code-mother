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GHT">
    <p:bg>
      <p:bgPr>
        <a:solidFill>
          <a:srgbClr val="F4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6F6F6"/>
          </a:solidFill>
          <a:ln w="12700">
            <a:solidFill>
              <a:srgbClr val="E6F6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92824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561320" y="659282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7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2026-06-07</a:t>
            </a:r>
            <a:endParaRPr lang="en-US" sz="8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4937760" cy="4937760"/>
          </a:xfrm>
          <a:prstGeom prst="arc">
            <a:avLst/>
          </a:prstGeom>
          <a:noFill/>
          <a:ln w="635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411480"/>
            <a:ext cx="3017520" cy="3017520"/>
          </a:xfrm>
          <a:prstGeom prst="arc">
            <a:avLst/>
          </a:prstGeom>
          <a:noFill/>
          <a:ln w="381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65A82">
              <a:alpha val="9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7899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76656" y="25786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FBF6"/>
                </a:solidFill>
              </a:rPr>
              <a:t>运行日（北京时间）：2026-06-07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3246120"/>
            <a:ext cx="5120640" cy="1280160"/>
          </a:xfrm>
          <a:prstGeom prst="roundRect">
            <a:avLst>
              <a:gd name="adj" fmla="val 1142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1C7293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5295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面向项目维护者 / 团队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3913632"/>
            <a:ext cx="4343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7EFEE"/>
                </a:solidFill>
              </a:rPr>
              <a:t>范围：README、主要模块、近期提交、测试与监控配置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7543800" y="4069080"/>
            <a:ext cx="3429000" cy="1005840"/>
          </a:xfrm>
          <a:prstGeom prst="roundRect">
            <a:avLst>
              <a:gd name="adj" fmla="val 1272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3891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当前状态：功能主线完整，近 7 天无新增提交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企业级 AI 代码生成平台：从自然语言需求到应用生成、预览、部署与管理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定位与技术栈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828800"/>
            <a:ext cx="91440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011680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产品定位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87552" y="2377440"/>
            <a:ext cx="4709160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177"/>
                </a:solidFill>
              </a:rPr>
              <a:t>基于 Spring Boot 3 + LangChain4j + Vue 3 的 AI 零代码应用生成平台，聚焦“用户提示词 → AI 生成代码 → 实时预览 → 部署分享”的闭环。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1600200"/>
            <a:ext cx="4343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7688" y="180136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9202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17830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AI 编排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LangChain4j、LangGraph4j、工具调用、智能路由与流式响应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6446520" y="2697480"/>
            <a:ext cx="4343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289864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0175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后端架构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0" y="3246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单体代码完整保留，同时提供 Spring Cloud Alibaba + Dubbo 微服务拆分版本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6446520" y="3794760"/>
            <a:ext cx="4343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47688" y="399592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411480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0" y="3977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前端体验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0" y="4343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Vue 3 + TypeScript + Ant Design Vue，覆盖创建、对话、预览、部署与管理页面</a:t>
            </a:r>
            <a:endParaRPr lang="en-US" sz="1340" dirty="0"/>
          </a:p>
        </p:txBody>
      </p:sp>
      <p:sp>
        <p:nvSpPr>
          <p:cNvPr id="28" name="Shape 26"/>
          <p:cNvSpPr/>
          <p:nvPr/>
        </p:nvSpPr>
        <p:spPr>
          <a:xfrm>
            <a:off x="6446520" y="5074920"/>
            <a:ext cx="4343400" cy="566928"/>
          </a:xfrm>
          <a:prstGeom prst="roundRect">
            <a:avLst>
              <a:gd name="adj" fmla="val 1935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5266944"/>
            <a:ext cx="3794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</a:rPr>
              <a:t>总体判断：教学项目主线完整，工程化能力正向微服务与可观测性延展。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模块与架构视图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仓库同时包含完整单体实现、微服务拆分版本、前端与监控配置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主要目录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07568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单体后端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src/main/java：应用、用户、聊天历史、AI 生成、部署、监控等完整实现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63016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7490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微服务后端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97764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yu-ai-code-mother-microservice：common/model/client/user/app/ai/screenshot 七个模块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6172200" y="187452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207568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057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前端应用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yu-ai-code-mother-frontend：Vue 3 页面、路由、状态、API 客户端与可视化编辑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363016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7490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611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运维观测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397764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prometheus.yml + grafana：Prometheus 采集和 Grafana 面板配置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1051560" y="5138928"/>
            <a:ext cx="9966960" cy="566928"/>
          </a:xfrm>
          <a:prstGeom prst="roundRect">
            <a:avLst>
              <a:gd name="adj" fmla="val 19355"/>
            </a:avLst>
          </a:prstGeom>
          <a:solidFill>
            <a:srgbClr val="E0F4F5"/>
          </a:solidFill>
          <a:ln w="12700">
            <a:solidFill>
              <a:srgbClr val="B7DE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25880" y="5340096"/>
            <a:ext cx="9372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</a:rPr>
              <a:t>架构趋势：从单体教学闭环，扩展到 Dubbo + Nacos 跨服务调用与独立截图服务。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以 AI 生成、可视化编辑、部署分享、企业级管理为四条主线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当前可用能力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525780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9842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1031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1965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智能代码生成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0020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支持 HTML、多文件、Vue 项目生成；SSE/Flux 流式输出 AI 执行过程；生成后解析与保存代码文件。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25780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198424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1031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0" y="1965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可视化编辑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前端提供应用生成对话页和 visualEditor 工具，支持选择网页元素并通过 AI 对话调整页面。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731520" y="3154680"/>
            <a:ext cx="525780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335584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4747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3337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一键部署与下载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部署时构建 Vue 项目、复制静态资源、生成访问 URL，并支持按应用下载源码压缩包。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263640" y="3154680"/>
            <a:ext cx="5257800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3355848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34747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337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管理与运营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32320" y="3703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应用/用户管理、精选应用、权限校验、限流、对话历史、封面截图、监控指标等能力齐备。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731520" y="489204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50292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507492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输入需求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673706" y="521208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9738" y="489204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76042" y="50292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32658" y="507492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智能路由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871923" y="521208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7955" y="489204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4259" y="50292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30875" y="507492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AI 生成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070141" y="521208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26173" y="489204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72477" y="50292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29093" y="507492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实时预览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268358" y="521208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24390" y="489204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70694" y="502920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27310" y="507492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部署分享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运行日前 7 天无代码提交；以下为仓库最近可见提交的主线归纳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最近可见提交：2025-08-26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1783080"/>
            <a:ext cx="3520440" cy="36118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1783080"/>
            <a:ext cx="91440" cy="3611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微服务改造完成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9264" y="2331720"/>
            <a:ext cx="310896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7177"/>
                </a:solidFill>
              </a:rPr>
              <a:t>最新提交 893918c 标记“教程第 14 期 - 微服务改造完成”，包含完整单体项目代码并同步微服务版本。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407408" y="1783080"/>
            <a:ext cx="3520440" cy="36118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408" y="1783080"/>
            <a:ext cx="91440" cy="36118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服务拆分推进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310896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7177"/>
                </a:solidFill>
              </a:rPr>
              <a:t>围绕 common、model、client、user、app、ai、screenshot 拆分模块；通过 Dubbo + Nacos 支持跨服务调用。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101584" y="1783080"/>
            <a:ext cx="3520440" cy="36118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1584" y="1783080"/>
            <a:ext cx="91440" cy="3611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9659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稳定性与观测增强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57616" y="2331720"/>
            <a:ext cx="3108960" cy="2898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7177"/>
                </a:solidFill>
              </a:rPr>
              <a:t>近期提交还覆盖可观测性、部署上线、成本优化、限流、Prompt 审查、Redis 缓存与 AI 并发。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96112" y="5632704"/>
            <a:ext cx="10378440" cy="384048"/>
          </a:xfrm>
          <a:prstGeom prst="roundRect">
            <a:avLst>
              <a:gd name="adj" fmla="val 23810"/>
            </a:avLst>
          </a:prstGeom>
          <a:solidFill>
            <a:srgbClr val="FFF3DF"/>
          </a:solidFill>
          <a:ln w="12700">
            <a:solidFill>
              <a:srgbClr val="F4C3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760720"/>
            <a:ext cx="10012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7A4A0A"/>
                </a:solidFill>
              </a:rPr>
              <a:t>说明：近 7 天提交数为 0，因此“昨日/近期”按仓库最新可见开发记录归纳。</a:t>
            </a:r>
            <a:endParaRPr lang="en-US" sz="11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当前统计基于仓库静态分析与 Git 元数据，适合做团队日常同步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仓库快照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173736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C8E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42616" y="1847088"/>
            <a:ext cx="438912" cy="438912"/>
          </a:xfrm>
          <a:prstGeom prst="arc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192024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9264" y="252374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Java 文件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28163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7177"/>
                </a:solidFill>
              </a:rPr>
              <a:t>覆盖单体与微服务后端实现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84448" y="173736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C8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7256" y="1847088"/>
            <a:ext cx="438912" cy="438912"/>
          </a:xfrm>
          <a:prstGeom prst="arc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192024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03904" y="252374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Vue 页面/组件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03904" y="28163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7177"/>
                </a:solidFill>
              </a:rPr>
              <a:t>前端生成、管理和布局相关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19088" y="173736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C8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847088"/>
            <a:ext cx="438912" cy="438912"/>
          </a:xfrm>
          <a:prstGeom prst="arc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192024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38544" y="252374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测试文件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38544" y="28163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7177"/>
                </a:solidFill>
              </a:rPr>
              <a:t>集中在核心生成、工作流和工具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253728" y="1737360"/>
            <a:ext cx="2514600" cy="1481328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 w="12700">
            <a:solidFill>
              <a:srgbClr val="C8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46536" y="1847088"/>
            <a:ext cx="438912" cy="438912"/>
          </a:xfrm>
          <a:prstGeom prst="arc">
            <a:avLst/>
          </a:prstGeom>
          <a:noFill/>
          <a:ln w="254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54896" y="1920240"/>
            <a:ext cx="2112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473184" y="2523744"/>
            <a:ext cx="20756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近 7 天提交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73184" y="2816352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7177"/>
                </a:solidFill>
              </a:rPr>
              <a:t>运行日前自然周无新增提交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370332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703320"/>
            <a:ext cx="91440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388620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可观测性基础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124712" y="4251960"/>
            <a:ext cx="46177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Prometheus 已配置 /api/actuator/prometheus 采集，Spring Boot Actuator 暴露 health、info、prometheus；Grafana 配置文件存在。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6263640" y="370332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703320"/>
            <a:ext cx="91440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3886200"/>
            <a:ext cx="4617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工程规模信号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519672" y="4251960"/>
            <a:ext cx="461772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9 个 Maven POM 体现单体 + 微服务并存；无 GitHub Actions 工作流文件，CI 状态无法从仓库配置判断。</a:t>
            </a:r>
            <a:endParaRPr lang="en-US" sz="13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 CI 状态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已有测试入口，但自动化流水线配置未在仓库中发现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质量保障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737360"/>
            <a:ext cx="91440" cy="3246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9202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测试覆盖现状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33272" y="2286000"/>
            <a:ext cx="448056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7177"/>
                </a:solidFill>
              </a:rPr>
              <a:t>src/test/java 下有 15 个测试文件，覆盖 CodeParser、AiCodeGeneratorFacade、AI 路由、LangGraph4j 工作流、图片采集工具和截图工具。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48920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737360"/>
            <a:ext cx="91440" cy="3246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92024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CI 配置状态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28232" y="2286000"/>
            <a:ext cx="448056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B7177"/>
                </a:solidFill>
              </a:rPr>
              <a:t>未发现 .github/workflows 配置；可说明仓库当前没有可直接读取的 GitHub Actions 流水线状态。前端提供 build、type-check、lint 脚本，后端依赖 Maven 测试生命周期。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285232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5422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5468112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单元/集成测试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673706" y="5605272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9738" y="5285232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76042" y="5422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32658" y="5468112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前端类型检查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71923" y="5605272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7955" y="5285232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74259" y="5422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30875" y="5468112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后端 Maven 测试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070141" y="5605272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26173" y="5285232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72477" y="5422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29093" y="5468112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构建产物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268358" y="5605272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24390" y="5285232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0694" y="542239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27310" y="5468112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部署验证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重点关注配置安全、服务依赖、自动化质量门禁与微服务落地成本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待关注项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498348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8408" y="2075688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环境依赖较重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4231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MySQL、Redis、AI API、COS、DashScope、Pexels、Nacos/Dubbo 等依赖需要完整配置，否则端到端验证受限。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777240" y="3429000"/>
            <a:ext cx="498348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63016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8992" y="37490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配置示例含敏感字段形态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97764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application.yml 中存在本地默认密码和 API Key 占位配置，需确保生产环境通过安全配置注入。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6172200" y="1874520"/>
            <a:ext cx="498348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2075688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19456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CI 缺口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24231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没有发现仓库级 CI 工作流，构建、测试、前端类型检查尚未形成自动门禁。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172200" y="3429000"/>
            <a:ext cx="4983480" cy="115214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4ED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73368" y="3630168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74904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!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611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323A"/>
                </a:solidFill>
              </a:rPr>
              <a:t>微服务并存复杂度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397764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5B7177"/>
                </a:solidFill>
              </a:rPr>
              <a:t>单体与微服务版本共存，后续需明确主线维护策略，避免修复在两套实现间漂移。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1005840" y="5285232"/>
            <a:ext cx="10012680" cy="493776"/>
          </a:xfrm>
          <a:prstGeom prst="roundRect">
            <a:avLst>
              <a:gd name="adj" fmla="val 18519"/>
            </a:avLst>
          </a:prstGeom>
          <a:solidFill>
            <a:srgbClr val="FCEDE8"/>
          </a:solidFill>
          <a:ln w="12700">
            <a:solidFill>
              <a:srgbClr val="F2B5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5468112"/>
            <a:ext cx="9619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8A2D1B"/>
                </a:solidFill>
              </a:rPr>
              <a:t>阻塞判断：当前无代码层面的硬阻塞，但“可运行环境 + 自动化门禁”是团队协作前的关键前置条件。</a:t>
            </a:r>
            <a:endParaRPr lang="en-US" sz="12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3504" y="9326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77"/>
                </a:solidFill>
              </a:rPr>
              <a:t>优先补齐质量门禁与环境说明，再推进微服务主线和产品闭环体验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41280" y="420624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9880" y="521208"/>
            <a:ext cx="841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4475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61288" y="143560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177"/>
                </a:solidFill>
              </a:rPr>
              <a:t>行动建议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9202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96596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明确主线版本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673706" y="210312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78308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6042" y="19202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32658" y="196596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补齐 CI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71923" y="210312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7955" y="178308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4259" y="19202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30875" y="196596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整理环境变量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070141" y="210312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26173" y="178308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DFF4F1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2477" y="19202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9093" y="196596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端到端冒烟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268358" y="2103120"/>
            <a:ext cx="201168" cy="274320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24390" y="1783080"/>
            <a:ext cx="199705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B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70694" y="19202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27310" y="1965960"/>
            <a:ext cx="1356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3323A"/>
                </a:solidFill>
              </a:rPr>
              <a:t>推进监控看板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7240" y="31546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3154680"/>
            <a:ext cx="91440" cy="19659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33375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1. 工程主线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33272" y="3703320"/>
            <a:ext cx="29718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7177"/>
                </a:solidFill>
              </a:rPr>
              <a:t>明确单体与微服务版本的维护边界；对通用模型、DTO、接口契约设置同步策略。</a:t>
            </a:r>
            <a:endParaRPr lang="en-US" sz="1380" dirty="0"/>
          </a:p>
        </p:txBody>
      </p:sp>
      <p:sp>
        <p:nvSpPr>
          <p:cNvPr id="32" name="Shape 30"/>
          <p:cNvSpPr/>
          <p:nvPr/>
        </p:nvSpPr>
        <p:spPr>
          <a:xfrm>
            <a:off x="4407408" y="31546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07408" y="3154680"/>
            <a:ext cx="91440" cy="19659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3375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2. 自动化门禁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4663440" y="3703320"/>
            <a:ext cx="29718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7177"/>
                </a:solidFill>
              </a:rPr>
              <a:t>增加后端 Maven test、前端 type-check/build、基础 lint 的 CI 工作流，先覆盖最小可用路径。</a:t>
            </a:r>
            <a:endParaRPr lang="en-US" sz="1380" dirty="0"/>
          </a:p>
        </p:txBody>
      </p:sp>
      <p:sp>
        <p:nvSpPr>
          <p:cNvPr id="36" name="Shape 34"/>
          <p:cNvSpPr/>
          <p:nvPr/>
        </p:nvSpPr>
        <p:spPr>
          <a:xfrm>
            <a:off x="8037576" y="31546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3970">
            <a:solidFill>
              <a:srgbClr val="D4ED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37576" y="3154680"/>
            <a:ext cx="91440" cy="1965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93608" y="33375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23A"/>
                </a:solidFill>
              </a:rPr>
              <a:t>3. 运行与观测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8293608" y="3703320"/>
            <a:ext cx="2971800" cy="1252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B7177"/>
                </a:solidFill>
              </a:rPr>
              <a:t>沉淀本地/生产配置说明，连通 Prometheus/Grafana，并补充应用生成→部署→截图的冒烟脚本。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548640"/>
            <a:ext cx="4937760" cy="4937760"/>
          </a:xfrm>
          <a:prstGeom prst="arc">
            <a:avLst/>
          </a:prstGeom>
          <a:noFill/>
          <a:ln w="63500">
            <a:solidFill>
              <a:srgbClr val="1C7293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411480"/>
            <a:ext cx="3017520" cy="3017520"/>
          </a:xfrm>
          <a:prstGeom prst="arc">
            <a:avLst/>
          </a:prstGeom>
          <a:noFill/>
          <a:ln w="381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65A82">
              <a:alpha val="9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FBF6"/>
                </a:solidFill>
              </a:rPr>
              <a:t>平台已形成“AI 生成 + 可视化编辑 + 部署分享 + 管理监控”的产品主线。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50008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31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当前能力：AI 智能路由、流式生成、Vue 项目构建、应用部署、截图封面、管理后台与监控基础齐备。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099816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0815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近期重点：仓库最新可见变更完成微服务改造，并保留完整单体项目代码。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3849624"/>
            <a:ext cx="292608" cy="2926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83133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优先建议：补齐 CI、环境配置文档与端到端冒烟验证，降低团队协作与交付风险。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4462272"/>
            <a:ext cx="457200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4736592"/>
            <a:ext cx="4206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FFC"/>
                </a:solidFill>
              </a:rPr>
              <a:t>报告文件：docs/reports/project-status-2026-06-07.pptx</a:t>
            </a:r>
            <a:endParaRPr lang="en-US" sz="9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2026-06-07</dc:title>
  <dc:subject>AI 零代码应用生成平台每日项目状态</dc:subject>
  <dc:creator>Cursor Automation</dc:creator>
  <cp:lastModifiedBy>Cursor Automation</cp:lastModifiedBy>
  <cp:revision>1</cp:revision>
  <dcterms:created xsi:type="dcterms:W3CDTF">2026-06-07T09:04:23Z</dcterms:created>
  <dcterms:modified xsi:type="dcterms:W3CDTF">2026-06-07T09:04:23Z</dcterms:modified>
</cp:coreProperties>
</file>