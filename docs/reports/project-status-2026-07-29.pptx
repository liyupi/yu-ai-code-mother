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0292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团队维护者简报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2926080"/>
            <a:ext cx="14630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报告日期：2026-07-29（北京时间）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3520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覆盖：README · 主模块 · 近 7 日动态 · Issues/PRs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Trust · Internal Status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教学级企业 AI 代码生成平台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50292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05840"/>
            <a:ext cx="109728" cy="3520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定位与技术栈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Spring Boot 3、LangChain4j 与 Vue 3，对标企业级 AI 代码生成平台。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同时提供单体应用与微服务拆分（用户、应用、AI、截图等服务）。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核心链路：需求描述 → 策略路由 → 工具生成 → 可视化编辑 → 部署分享。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配套可观测性：Prometheus 与 Grafana AI 调用监控。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15000" y="100584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1155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主分支最新业务提交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1353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2025-08-26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89788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期微服务完成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2176272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286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523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97880" y="2907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master 业务变更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3346704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36941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897880" y="40782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 新能力 · #5 缺陷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2026-07-29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四大能力构成完整产品闭环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1828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需求描述驱动，策略路由与工具调用，流式展示执行过程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05156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83480" y="1463040"/>
            <a:ext cx="640080" cy="640080"/>
          </a:xfrm>
          <a:prstGeom prst="ellipse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0644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806440" y="1828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实时预览生成应用，选中元素后与 AI 对话增量修改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78892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" y="3200400"/>
            <a:ext cx="640080" cy="640080"/>
          </a:xfrm>
          <a:prstGeom prst="ellipse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375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508760" y="3566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云端部署、自动截封面，获取访问地址与源码下载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754880" y="278892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83480" y="3200400"/>
            <a:ext cx="640080" cy="640080"/>
          </a:xfrm>
          <a:prstGeom prst="ellipse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33756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8064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806440" y="3566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用户与应用管理、精选案例、AI 调用与性能监控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2026-07-29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模块与架构现状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双形态交付：根目录单体 + 微服务拆分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0515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微服务：common / model / client / user / app / ai / screenshot；前端 Vue3 + Ant Design Vue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69164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Workflow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工具链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图片采集与质检节点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606040" y="16916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06040" y="1691640"/>
            <a:ext cx="20116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74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引擎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0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代码解析与保存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工程构建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74320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流式消息处理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16916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0" y="1691640"/>
            <a:ext cx="20116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平台服务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89204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截图与项目下载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9204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限流与 Prompt 护栏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903720" y="169164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03720" y="1691640"/>
            <a:ext cx="20116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951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040880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指标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04088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面板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8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模型调用监听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2026-07-29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日优先 · 文档节奏持续，业务主线静默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07008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618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 · 07-29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115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每日状态自动化汇报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2026-07-29 项目状态 PPT，同步开放议题与建议行动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075688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30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 · 07-28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19842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状态汇报 PR #68（Draft）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2286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延续 Teal Trust 日报；主线仍无业务合入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44368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992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2852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社区提案：You.com 联网搜索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14600" y="3154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 与 PR #66 仍待评审，增强 VUE_PROJECT 生成时效性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13048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67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721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主线停留在教程第 14 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514600" y="4023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微服务改造完成态（2025-08-26）；近两周无 master 业务提交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2026-07-29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仓库可统计项 + 运行指标占位说明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201168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单元/集成测试类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AI、工作流与工具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05156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051560"/>
            <a:ext cx="201168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69748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client / common /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051560"/>
            <a:ext cx="201168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4632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平台核心能力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· 编辑 · 部署 · 管理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105156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051560"/>
            <a:ext cx="201168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N/A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9516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运行时调用量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待对接生产 Grafana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0332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3444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运行指标说明（非实测生产数据）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234440" y="3886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仓库已有 prometheus.yml 与 Grafana AI 面板配置，本环境无法拉取线上 Token、QPS 与错误率。建议将日生成次数、流式失败率、模型成本纳入日报固定指标位。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2026-07-29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 CI 状态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有测试资产，缺统一自动化门禁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402336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6128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已有基础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1828800"/>
            <a:ext cx="3520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后端约 15 个测试类（AI、工作流、工具）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前端具备 lint / type-check / build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模型监控配置已入库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仓库访问检查近期成功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0515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051560"/>
            <a:ext cx="402336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6128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缺口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937760" y="1828800"/>
            <a:ext cx="3520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无业务向构建/测试 GitHub 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日报无法引用统一测试通过率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微服务与单体回归未自动化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建议：PR 触发 mvn test + type-check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2026-07-29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按影响优先级排列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07008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618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115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#5：Vue 生成 reason-content 缺失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模式工具调用报错，直接影响工程项目生成链路。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075688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30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1984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主线沉默 vs 社区 PR 待审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2286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日无业务提交；PR #66（You.com 搜索）需评审安全与成本影响。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44368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99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28529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 CI 门禁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154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合入依赖人工验证；微服务中间态提交已标注勿单独使用。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13048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67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7216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运行指标未接入日报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4023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监控配置存在但无统一出口，状态判断偏代码库存而非线上健康。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2026-07-29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建议按序号推进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201168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1554480"/>
            <a:ext cx="73152" cy="182880"/>
          </a:xfrm>
          <a:prstGeom prst="rect">
            <a:avLst/>
          </a:prstGeom>
          <a:solidFill>
            <a:srgbClr val="99D5CE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Issue #5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DeepSeek tool-call 的 reasoning_content 透传，恢复 Vue 工程生成稳定性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7647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562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" y="2267712"/>
            <a:ext cx="73152" cy="182880"/>
          </a:xfrm>
          <a:prstGeom prst="rect">
            <a:avLst/>
          </a:prstGeom>
          <a:solidFill>
            <a:srgbClr val="99D5CE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719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 PR #66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020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You.com API Key、超时降级与仅 VUE_PROJECT 启用的安全边界后决定合入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47802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6946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" y="2980944"/>
            <a:ext cx="73152" cy="182880"/>
          </a:xfrm>
          <a:prstGeom prst="rect">
            <a:avLst/>
          </a:prstGeom>
          <a:solidFill>
            <a:srgbClr val="99D5CE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2432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2734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Actions：后端 mvn test + 前端 type-check，作为 PR 必过门禁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19125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826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3694176"/>
            <a:ext cx="73152" cy="182880"/>
          </a:xfrm>
          <a:prstGeom prst="rect">
            <a:avLst/>
          </a:prstGeom>
          <a:solidFill>
            <a:srgbClr val="99D5CE"/>
          </a:solidFill>
          <a:ln w="12700">
            <a:solidFill>
              <a:srgbClr val="99D5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3145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指标进日报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Grafana 导出日生成量与错误率，替换运行时调用量的 N/A 字段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390448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959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3858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3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文档护栏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44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README/运维说明中强调微服务中间态提交勿单独部署，避免误用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2026-07-29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平台能力完整、主线稳定；当前重心在缺陷闭环与社区能力合入评审。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034A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470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可视化编辑 / 部署 / 管理 / 微服务与监控齐备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034A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17373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8470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活跃度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6928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业务提交静默；社区 #65/#66 推动联网搜索扩展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034A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6440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阻塞点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7160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生成缺陷，以及 CI 与运行指标缺口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54880" y="283464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034A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983480" y="31546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26440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行动优先级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66928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 #5 → 审 #66 → 上 CI → 指标进日报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2026-07-29</dc:title>
  <dc:subject>yu-ai-code-mother</dc:subject>
  <dc:creator>Cursor Automation</dc:creator>
  <cp:lastModifiedBy>Cursor Automation</cp:lastModifiedBy>
  <cp:revision>1</cp:revision>
  <dcterms:created xsi:type="dcterms:W3CDTF">2026-07-29T09:05:11Z</dcterms:created>
  <dcterms:modified xsi:type="dcterms:W3CDTF">2026-07-29T09:05:11Z</dcterms:modified>
</cp:coreProperties>
</file>