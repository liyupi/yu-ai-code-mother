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84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914400"/>
            <a:ext cx="4846320" cy="4846320"/>
          </a:xfrm>
          <a:prstGeom prst="arc">
            <a:avLst/>
          </a:prstGeom>
          <a:noFill/>
          <a:ln w="254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4206240"/>
            <a:ext cx="2468880" cy="2468880"/>
          </a:xfrm>
          <a:prstGeom prst="ellipse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685800"/>
            <a:ext cx="1234440" cy="1234440"/>
          </a:xfrm>
          <a:prstGeom prst="ellipse">
            <a:avLst/>
          </a:prstGeom>
          <a:solidFill>
            <a:srgbClr val="00A896">
              <a:alpha val="9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2529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yu-ai-code-mother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运行日：2026-06-27（北京时间）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" y="30632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0108"/>
            <a:ext cx="1545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306324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3150108"/>
            <a:ext cx="1362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维护者视角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25112" y="30632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3150108"/>
            <a:ext cx="12710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仓库快照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1207008"/>
            <a:ext cx="3429000" cy="3611880"/>
          </a:xfrm>
          <a:prstGeom prst="roundRect">
            <a:avLst>
              <a:gd name="adj" fmla="val 346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今日重点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27264" y="199339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7264" y="2103120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94192" y="2011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能力面：AI 生成、预览、部署、后台管理已形成闭环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27264" y="274320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2852928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94192" y="2761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架构面：单体与微服务代码并存，微服务改造已完成教学节点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27264" y="349300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3602736"/>
            <a:ext cx="402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94192" y="35112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工程面：测试脚本存在，但缺少 CI 工作流和自动质量门禁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项目定位与当前状态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2/10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1600200"/>
            <a:ext cx="4754880" cy="402336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19385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 AI 代码生成平台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78992" y="2523744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D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面向“从需求描述到应用生成、编辑、部署、管理”的全链路教学项目。后端以 Spring Boot 3、LangChain4j、LangGraph4j 为核心，前端以 Vue 3 + TypeScript + Ant Design Vue 提供交互体验。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1078992" y="3822192"/>
            <a:ext cx="301752" cy="3017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9616" y="38953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当前基线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仓库目前保留单体应用代码，同时新增 Maven 微服务聚合工程，适合继续沉淀部署、测试和工程化规范。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806440" y="1609344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07608" y="179222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190195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18105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产品闭环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2194560"/>
            <a:ext cx="205740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创建应用、AI 对话生成、实时预览、下载代码与部署分享。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95360" y="1609344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96528" y="1792224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96528" y="190195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72600" y="18105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工程底座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23960" y="2194560"/>
            <a:ext cx="205740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MySQL、Redis、缓存、限流、Knife4j、Prometheus 监控端点。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06440" y="3364992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07608" y="354787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36576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架构演进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5040" y="3950208"/>
            <a:ext cx="205740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微服务模块已拆分 common/model/client/user/app/ai/screenshot。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95360" y="3364992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96528" y="3547872"/>
            <a:ext cx="420624" cy="420624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96528" y="36576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7260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质量现状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23960" y="3950208"/>
            <a:ext cx="205740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测试目录与构建脚本存在；未发现 GitHub Actions 工作流。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核心能力版图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3/10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572768"/>
            <a:ext cx="4800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42416" y="1901952"/>
            <a:ext cx="731520" cy="73152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18541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965960" y="228600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根据提示词选择 HTML、多文件或 Vue 项目生成策略，支持 LangChain4j 流式输出与工具调用消息。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6355080" y="1572768"/>
            <a:ext cx="4800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4536" y="1901952"/>
            <a:ext cx="731520" cy="731520"/>
          </a:xfrm>
          <a:prstGeom prst="hexagon">
            <a:avLst/>
          </a:prstGeom>
          <a:solidFill>
            <a:srgbClr val="1C72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218541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0" y="228600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生成应用在右侧 iframe 中实时预览，用户可进入编辑模式选中页面元素并继续对话调整。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4800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42416" y="4032504"/>
            <a:ext cx="731520" cy="731520"/>
          </a:xfrm>
          <a:prstGeom prst="hexagon">
            <a:avLst/>
          </a:prstGeom>
          <a:solidFill>
            <a:srgbClr val="00A8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3159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一键部署与下载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965960" y="441655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应用可部署到云端生成访问地址，创建者可下载生成源码 zip，部署后更新访问信息。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6355080" y="3703320"/>
            <a:ext cx="4800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74536" y="4032504"/>
            <a:ext cx="731520" cy="731520"/>
          </a:xfrm>
          <a:prstGeom prst="hexagon">
            <a:avLst/>
          </a:prstGeom>
          <a:solidFill>
            <a:srgbClr val="02C3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43159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98080" y="4416552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后台提供用户、应用、对话历史管理，并支持精选应用、权限校验、分页查询与缓存。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5440680" y="2514600"/>
            <a:ext cx="1143000" cy="1143000"/>
          </a:xfrm>
          <a:prstGeom prst="arc">
            <a:avLst/>
          </a:prstGeom>
          <a:noFill/>
          <a:ln w="30480">
            <a:solidFill>
              <a:srgbClr val="02C39A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990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→ 生成 → 预览 → 迭代 → 部署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主要模块与调用关系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4/10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" y="1508760"/>
            <a:ext cx="3154680" cy="3337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508760"/>
            <a:ext cx="315468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7099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0704" y="2395728"/>
            <a:ext cx="2423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/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/ Vue Router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聊天、预览、编辑、后台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1508760"/>
            <a:ext cx="3154680" cy="3337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508760"/>
            <a:ext cx="315468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7099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单体服务层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91456" y="2395728"/>
            <a:ext cx="2423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App/User/ChatHistory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生成门面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与静态资源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11312" y="1508760"/>
            <a:ext cx="3154680" cy="3337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1508760"/>
            <a:ext cx="315468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7099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微服务演进层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22208" y="2395728"/>
            <a:ext cx="2423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96512" y="2743200"/>
            <a:ext cx="502920" cy="56692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27264" y="2743200"/>
            <a:ext cx="502920" cy="566928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266944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E7F7F5"/>
          </a:solidFill>
          <a:ln w="12700">
            <a:solidFill>
              <a:srgbClr val="D5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44068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基础设施：MySQL · Redis / Session · Caffeine · COS · Selenium 截图 · Prometheus / Actuator · Knife4j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进展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昨日与近期变更快照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5/10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1481328"/>
            <a:ext cx="2971800" cy="4133088"/>
          </a:xfrm>
          <a:prstGeom prst="roundRect">
            <a:avLst>
              <a:gd name="adj" fmla="val 369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24712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未发现新提交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24712" y="307238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D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本次日报以 README、模块目录、测试/配置和最近可见提交为依据，不推断运行环境线上数据。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0" cy="3520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2272" y="175564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5727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5727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184708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微服务改造完成，包含完整单体项目代码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4462272" y="2706624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2374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966b2e5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523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279806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跨服务调用中间态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462272" y="365760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4747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0a1acfe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34747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74904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截图服务拆分与接入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4462272" y="460857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425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41a189a 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44256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470001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用户、应用、AI、模型、通用模块拆分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4983480" y="5486400"/>
            <a:ext cx="3977640" cy="310896"/>
          </a:xfrm>
          <a:prstGeom prst="roundRect">
            <a:avLst>
              <a:gd name="adj" fmla="val 23529"/>
            </a:avLst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5573268"/>
            <a:ext cx="38313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提示：多个中间态提交明确标注“不要单独使用当前提交”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6/10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1536192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0976" y="16824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9264" y="21579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9264" y="2414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明确列出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90672" y="1536192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36976" y="16824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55264" y="21579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55264" y="2414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modules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76672" y="1536192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6824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541264" y="21579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41264" y="2414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单体测试目录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62672" y="1536192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08976" y="16824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827264" y="21579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27264" y="2414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user/app/chat_history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48672" y="1536192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94976" y="16824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5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0113264" y="21579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113264" y="2414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 未发现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2688" y="3310128"/>
            <a:ext cx="101041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61872" y="362102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运行指标状态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61872" y="404164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仓库已提供 Prometheus 抓取配置和 Spring Boot Actuator Prometheus 端点，但本次自动化未连接线上环境，应用生成量、AI 调用量、部署成功率等生产指标需由运行环境补齐。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61872" y="535838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测试覆盖入口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2606040" y="5340096"/>
            <a:ext cx="5852160" cy="146304"/>
          </a:xfrm>
          <a:prstGeom prst="roundRect">
            <a:avLst>
              <a:gd name="adj" fmla="val 18750"/>
            </a:avLst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5340096"/>
            <a:ext cx="4754880" cy="146304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61872" y="567842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606040" y="5660136"/>
            <a:ext cx="5852160" cy="146304"/>
          </a:xfrm>
          <a:prstGeom prst="roundRect">
            <a:avLst>
              <a:gd name="adj" fmla="val 18750"/>
            </a:avLst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5660136"/>
            <a:ext cx="3931920" cy="146304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59984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自动化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2606040" y="5980176"/>
            <a:ext cx="5852160" cy="146304"/>
          </a:xfrm>
          <a:prstGeom prst="roundRect">
            <a:avLst>
              <a:gd name="adj" fmla="val 18750"/>
            </a:avLst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06040" y="5980176"/>
            <a:ext cx="731520" cy="146304"/>
          </a:xfrm>
          <a:prstGeom prst="roundRect">
            <a:avLst>
              <a:gd name="adj" fmla="val 18750"/>
            </a:avLst>
          </a:prstGeom>
          <a:solidFill>
            <a:srgbClr val="D56A6A"/>
          </a:solidFill>
          <a:ln w="12700">
            <a:solidFill>
              <a:srgbClr val="D56A6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测试配置现状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7/10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" y="157276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175564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86537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63624" y="1773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后端测试资产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4984" y="2157984"/>
            <a:ext cx="2788920" cy="1197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单体项目存在 JUnit 测试：AI 生成、类型路由、工作流、并发、图片工具、代码解析、截图工具等。Maven 包含 spring-boot-starter-test。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462272" y="157276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75564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86537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9512" y="1773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前端质量脚本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2157984"/>
            <a:ext cx="2788920" cy="1197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package.json 提供 build、type-check、lint、format、preview 等脚本，基于 Vite、vue-tsc、ESLint、Prettier。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138160" y="1572768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39328" y="1755648"/>
            <a:ext cx="420624" cy="420624"/>
          </a:xfrm>
          <a:prstGeom prst="ellipse">
            <a:avLst/>
          </a:prstGeom>
          <a:solidFill>
            <a:srgbClr val="D56A6A"/>
          </a:solidFill>
          <a:ln w="12700">
            <a:solidFill>
              <a:srgbClr val="D56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186537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1773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状态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2157984"/>
            <a:ext cx="2788920" cy="1197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配置；无法从仓库内确认最近 CI 运行结果或自动化质量门禁。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914400" y="4160520"/>
            <a:ext cx="10195560" cy="1078992"/>
          </a:xfrm>
          <a:prstGeom prst="roundRect">
            <a:avLst>
              <a:gd name="adj" fmla="val 10169"/>
            </a:avLst>
          </a:prstGeom>
          <a:solidFill>
            <a:srgbClr val="E7F7F5"/>
          </a:solidFill>
          <a:ln w="12700">
            <a:solidFill>
              <a:srgbClr val="D5E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443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本次报告验证范围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63240" y="444398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仅对新生成 PPT 进行内容与占位符检查；未修改业务代码，未执行后端/前端完整业务测试。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8/10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1444752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62763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73736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81912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配置落地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2029968"/>
            <a:ext cx="46177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中仍含 API Key、COS、Pexels、DashScope 等占位配置，需要环境变量化与样例校验。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04672" y="2798064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2980944"/>
            <a:ext cx="420624" cy="420624"/>
          </a:xfrm>
          <a:prstGeom prst="ellipse">
            <a:avLst/>
          </a:prstGeom>
          <a:solidFill>
            <a:srgbClr val="D56A6A"/>
          </a:solidFill>
          <a:ln w="12700">
            <a:solidFill>
              <a:srgbClr val="D56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0906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81912" y="2999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缺口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3272" y="3383280"/>
            <a:ext cx="46177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无工作流文件，提交后缺少自动构建、测试和前端类型检查。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04672" y="4151376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4334256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44398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81912" y="43525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部署链路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3272" y="4736592"/>
            <a:ext cx="46177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Nacos、Dubbo、Redis、MySQL、截图服务等依赖尚缺少一键本地编排说明。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327648" y="1444752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28816" y="1627632"/>
            <a:ext cx="420624" cy="420624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73736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04888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成本与稳定性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56248" y="2029968"/>
            <a:ext cx="46177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长上下文、流式输出、推理模型与外部图片服务会放大超时、限流、成本和错误恢复压力。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327648" y="2798064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28816" y="2980944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30906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04888" y="2999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截图与浏览器环境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56248" y="3383280"/>
            <a:ext cx="46177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Selenium/WebDriver 依赖运行环境，部署时需验证浏览器、字体、沙箱与网络访问。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327648" y="4151376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28816" y="433425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444398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04888" y="43525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双轨代码维护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56248" y="4736592"/>
            <a:ext cx="46177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单体与微服务并存有利教学，但后续改动需要明确主线，避免逻辑分叉。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5468112" y="283464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68112" y="2990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A"/>
          </a:solidFill>
          <a:ln w="12700">
            <a:solidFill>
              <a:srgbClr val="F4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-594360"/>
            <a:ext cx="2651760" cy="2651760"/>
          </a:xfrm>
          <a:prstGeom prst="ellipse">
            <a:avLst/>
          </a:prstGeom>
          <a:solidFill>
            <a:srgbClr val="E7F7F5"/>
          </a:solidFill>
          <a:ln w="12700">
            <a:solidFill>
              <a:srgbClr val="E7F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840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57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104120" y="6419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2026-06-27 · 9/10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1664208"/>
            <a:ext cx="1874520" cy="33375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80160" y="1993392"/>
            <a:ext cx="713232" cy="7132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26771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3544" y="29260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补齐自动化质量门禁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2688" y="3703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CI：Maven test、前端 type-check/build、lint 检查。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2615184" y="3035808"/>
            <a:ext cx="347472" cy="45720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9232" y="1664208"/>
            <a:ext cx="1874520" cy="33375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199339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6771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9544" y="29260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标准化配置与部署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18688" y="3703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整理环境变量、样例配置、Docker/Compose 或本地启动文档。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901184" y="3035808"/>
            <a:ext cx="347472" cy="45720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1664208"/>
            <a:ext cx="1874520" cy="33375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1993392"/>
            <a:ext cx="713232" cy="7132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26771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95544" y="29260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收敛主线架构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504688" y="3703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明确单体与微服务的维护边界，避免重复实现继续扩散。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7187184" y="3035808"/>
            <a:ext cx="347472" cy="45720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71232" y="1664208"/>
            <a:ext cx="1874520" cy="33375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199339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226771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81544" y="29260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建设端到端冒烟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790688" y="3703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覆盖创建应用、SSE 生成、预览、下载、部署、后台查询。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9473184" y="3035808"/>
            <a:ext cx="347472" cy="45720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57232" y="1664208"/>
            <a:ext cx="1874520" cy="33375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5EC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24160" y="1993392"/>
            <a:ext cx="713232" cy="7132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0" y="226771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67544" y="29260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完善运营指标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076688" y="3703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接入生成量、失败率、AI 调用时延/成本、部署成功率和缓存命中。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4023360" y="5532120"/>
            <a:ext cx="406908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5618988"/>
            <a:ext cx="3922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优先级建议：先建立质量门禁，再推进部署与指标闭环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84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914400"/>
            <a:ext cx="4846320" cy="4846320"/>
          </a:xfrm>
          <a:prstGeom prst="arc">
            <a:avLst/>
          </a:prstGeom>
          <a:noFill/>
          <a:ln w="254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4206240"/>
            <a:ext cx="2468880" cy="2468880"/>
          </a:xfrm>
          <a:prstGeom prst="ellipse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685800"/>
            <a:ext cx="1234440" cy="1234440"/>
          </a:xfrm>
          <a:prstGeom prst="ellipse">
            <a:avLst/>
          </a:prstGeom>
          <a:solidFill>
            <a:srgbClr val="00A896">
              <a:alpha val="9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786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86384" y="148132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平台具备产品闭环和架构演进基础，下一阶段重点应从“能力完整”转向“可稳定交付”。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2423160"/>
            <a:ext cx="836676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258775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68376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59689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生成、对话预览、可视化编辑、部署下载、后台管理已形成主干闭环。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841248" y="3337560"/>
            <a:ext cx="836676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350215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59816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351129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最近可见提交集中于微服务改造完成，当前 7 天内无新增代码提交。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841248" y="4251960"/>
            <a:ext cx="836676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441655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F6C8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51256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442569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配置治理、CI 自动化、依赖编排、测试稳定性和运行指标是近期主要抓手。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8668512" y="1188720"/>
            <a:ext cx="2286000" cy="4407408"/>
          </a:xfrm>
          <a:prstGeom prst="roundRect">
            <a:avLst>
              <a:gd name="adj" fmla="val 4800"/>
            </a:avLst>
          </a:prstGeom>
          <a:solidFill>
            <a:srgbClr val="1C7293">
              <a:alpha val="90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34272" y="1627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今日建议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15984" y="2240280"/>
            <a:ext cx="16002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CI 与配置治理作为下一轮工程化基础任务，优先消除“无法确认构建/测试状态”的风险。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87968" y="4846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D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路径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DD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/docs/reports/project-status-2026-06-27.pptx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2026-06-27</dc:title>
  <dc:subject>每日项目状态汇报</dc:subject>
  <dc:creator>Cursor Automation</dc:creator>
  <cp:lastModifiedBy>Cursor Automation</cp:lastModifiedBy>
  <cp:revision>1</cp:revision>
  <dcterms:created xsi:type="dcterms:W3CDTF">2026-06-27T09:05:05Z</dcterms:created>
  <dcterms:modified xsi:type="dcterms:W3CDTF">2026-06-27T09:05:05Z</dcterms:modified>
</cp:coreProperties>
</file>