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00000">
            <a:off x="8046720" y="4389120"/>
            <a:ext cx="3840480" cy="3840480"/>
          </a:xfrm>
          <a:prstGeom prst="arc">
            <a:avLst/>
          </a:prstGeom>
          <a:solidFill>
            <a:srgbClr val="21295C">
              <a:alpha val="0"/>
            </a:srgbClr>
          </a:solidFill>
          <a:ln w="762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85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每日项目状态汇报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13232" y="204825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面向项目维护者/团队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4871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报告日期（北京时间） 2026-06-18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384048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9410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45920" y="3941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LangChain4j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776472" y="384048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1064" y="39410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3941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13232" y="4590288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690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45920" y="46908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个模块 / Dubbo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776472" y="4590288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41064" y="4690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质量状态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46908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 门禁记录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366760" y="1234440"/>
            <a:ext cx="2487168" cy="3566160"/>
          </a:xfrm>
          <a:prstGeom prst="roundRect">
            <a:avLst>
              <a:gd name="adj" fmla="val 73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50224" y="2103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天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业务代码无新增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613648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重点在持续项目汇报与状态沉淀；核心能力保持稳定。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项目概览：当前交付形态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572768"/>
            <a:ext cx="3977640" cy="4434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7EA"/>
            </a:solidFill>
            <a:prstDash val="solid"/>
          </a:ln>
          <a:effectLst>
            <a:outerShdw sx="100000" sy="100000" kx="0" ky="0" algn="bl" rotWithShape="0" blurRad="1651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项目定位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2304288"/>
            <a:ext cx="33375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AI 开发实战与后端架构设计为核心，面向“用户自然语言需求 → 自动生成应用 → 可视化迭代 → 部署分享”的端到端链路。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932688" y="3429000"/>
            <a:ext cx="3200400" cy="18288"/>
          </a:xfrm>
          <a:prstGeom prst="rect">
            <a:avLst/>
          </a:prstGeom>
          <a:solidFill>
            <a:srgbClr val="D7E7EA"/>
          </a:solidFill>
          <a:ln w="12700">
            <a:solidFill>
              <a:srgbClr val="D7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70332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8039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4752" y="376732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57400" y="376732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能力最完整：AI 工作流、监控、后台管理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32688" y="4270248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708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44752" y="4334256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57400" y="433425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 7 模块，基于 Dubbo/Nacos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32688" y="4837176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937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44752" y="49011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057400" y="490118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TS，支持对话与实时预览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285232" y="1874520"/>
            <a:ext cx="1234440" cy="987552"/>
          </a:xfrm>
          <a:prstGeom prst="roundRect">
            <a:avLst>
              <a:gd name="adj" fmla="val 1203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20848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需求输入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358384" y="23957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用户提示词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565392" y="2185416"/>
            <a:ext cx="301752" cy="32004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67144" y="1874520"/>
            <a:ext cx="1234440" cy="987552"/>
          </a:xfrm>
          <a:prstGeom prst="roundRect">
            <a:avLst>
              <a:gd name="adj" fmla="val 1203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58584" y="20848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编排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40296" y="23957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路由/工具调用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147304" y="2185416"/>
            <a:ext cx="301752" cy="32004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49056" y="1874520"/>
            <a:ext cx="1234440" cy="987552"/>
          </a:xfrm>
          <a:prstGeom prst="roundRect">
            <a:avLst>
              <a:gd name="adj" fmla="val 1203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20848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代码产物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22208" y="23957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HTML/多文件/Vue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9729216" y="2185416"/>
            <a:ext cx="301752" cy="32004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30968" y="1874520"/>
            <a:ext cx="1234440" cy="987552"/>
          </a:xfrm>
          <a:prstGeom prst="roundRect">
            <a:avLst>
              <a:gd name="adj" fmla="val 1203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22408" y="20848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体验闭环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104120" y="23957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预览/编辑/部署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5285232" y="3456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主要模块目录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5285232" y="3822192"/>
            <a:ext cx="59893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85232" y="3822192"/>
            <a:ext cx="10972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9552" y="40142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559552" y="4398264"/>
            <a:ext cx="5458968" cy="-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单体后端与 LangGraph4j 工作流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5285232" y="4498848"/>
            <a:ext cx="59893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285232" y="44988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9552" y="46908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yu-ai-code-mother-frontend/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559552" y="5074920"/>
            <a:ext cx="5458968" cy="-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前端应用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5285232" y="5175504"/>
            <a:ext cx="59893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85232" y="5175504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59552" y="5367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yu-ai-code-mother-microservice/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559552" y="5751576"/>
            <a:ext cx="5458968" cy="-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核心能力：端到端 AI 应用生成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609344"/>
            <a:ext cx="5074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1609344"/>
            <a:ext cx="109728" cy="1572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181051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19110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35608" y="180136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2185416"/>
            <a:ext cx="454456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自动分析需求并选择生成策略，支持 HTML、多文件与 Vue 工程，工具调用写入代码文件并流式返回执行过程。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309360" y="1609344"/>
            <a:ext cx="5074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609344"/>
            <a:ext cx="109728" cy="15727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810512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9110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180136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2185416"/>
            <a:ext cx="454456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生成结果实时预览，用户可选择网页元素并继续与 AI 对话修改页面，形成低门槛迭代体验。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58368" y="3639312"/>
            <a:ext cx="5074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3639312"/>
            <a:ext cx="109728" cy="15727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" y="384048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39410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35608" y="383133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一键部署分享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" y="4215384"/>
            <a:ext cx="454456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应用可部署到云端，自动截取封面图，提供访问地址与源码下载能力。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309360" y="3639312"/>
            <a:ext cx="5074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639312"/>
            <a:ext cx="109728" cy="15727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3840480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9410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383133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83680" y="4215384"/>
            <a:ext cx="454456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用户/应用/对话管理、精选应用、限流、缓存、COS、Selenium 截图、Actuator/Prometheus 监控。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749808" y="5797296"/>
            <a:ext cx="10652760" cy="347472"/>
          </a:xfrm>
          <a:prstGeom prst="roundRect">
            <a:avLst>
              <a:gd name="adj" fmla="val 23684"/>
            </a:avLst>
          </a:prstGeom>
          <a:solidFill>
            <a:srgbClr val="065A82">
              <a:alpha val="9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" y="5897880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价值主线：自然语言需求 → 自动生成 → 实时预览 → 可视化修改 → 部署分享 → 管理监控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架构与模块：单体完整、微服务拆分并存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1618488"/>
            <a:ext cx="10680192" cy="786384"/>
          </a:xfrm>
          <a:prstGeom prst="roundRect">
            <a:avLst>
              <a:gd name="adj" fmla="val 16279"/>
            </a:avLst>
          </a:prstGeom>
          <a:solidFill>
            <a:srgbClr val="E5F4F5"/>
          </a:solidFill>
          <a:ln w="12700">
            <a:solidFill>
              <a:srgbClr val="D7E7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1801368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1901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72768" y="18105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前端体验层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/ TS / Ant Design Vue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首页、对话页、实时预览、管理后台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833872" y="2368296"/>
            <a:ext cx="384048" cy="274320"/>
          </a:xfrm>
          <a:prstGeom prst="downArrow">
            <a:avLst/>
          </a:prstGeom>
          <a:solidFill>
            <a:srgbClr val="78D6C6"/>
          </a:solidFill>
          <a:ln w="12700">
            <a:solidFill>
              <a:srgbClr val="78D6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2642616"/>
            <a:ext cx="1068019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D7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282549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29260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单体服务层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3154680" y="2807208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工作流、应用/用户/对话、部署与监控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833872" y="3392424"/>
            <a:ext cx="384048" cy="274320"/>
          </a:xfrm>
          <a:prstGeom prst="downArrow">
            <a:avLst/>
          </a:prstGeom>
          <a:solidFill>
            <a:srgbClr val="78D6C6"/>
          </a:solidFill>
          <a:ln w="12700">
            <a:solidFill>
              <a:srgbClr val="78D6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666744"/>
            <a:ext cx="10680192" cy="786384"/>
          </a:xfrm>
          <a:prstGeom prst="roundRect">
            <a:avLst>
              <a:gd name="adj" fmla="val 16279"/>
            </a:avLst>
          </a:prstGeom>
          <a:solidFill>
            <a:srgbClr val="E5F4F5"/>
          </a:solidFill>
          <a:ln w="12700">
            <a:solidFill>
              <a:srgbClr val="D7E7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3849624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9502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72768" y="3858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能力层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3154680" y="383133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+ LangGraph4j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路由、工具调用、质量检查、图片收集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833872" y="4416552"/>
            <a:ext cx="384048" cy="274320"/>
          </a:xfrm>
          <a:prstGeom prst="downArrow">
            <a:avLst/>
          </a:prstGeom>
          <a:solidFill>
            <a:srgbClr val="78D6C6"/>
          </a:solidFill>
          <a:ln w="12700">
            <a:solidFill>
              <a:srgbClr val="78D6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690872"/>
            <a:ext cx="1068019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D7E7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552" y="4873752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97433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72768" y="48828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基础设施层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3154680" y="4855464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Redis / COS / Selenium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采集配置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49808" y="5806440"/>
            <a:ext cx="106801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E7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907024"/>
            <a:ext cx="10149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微服务目录：common · model · client · user · app · ai · screenshot（Dubbo + Nacos，端口与前端代理需明确运行模式）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近期进展：状态汇报持续，业务代码稳定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5361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天提交快照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05840" y="2788920"/>
            <a:ext cx="9966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55117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2128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3127248"/>
            <a:ext cx="1325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add daily project status report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2414016" y="255117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8296" y="22128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29968" y="3127248"/>
            <a:ext cx="1325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add daily project status report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041648" y="255117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95928" y="22128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0" y="3127248"/>
            <a:ext cx="1325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refine daily report visuals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669280" y="255117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2128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85232" y="3127248"/>
            <a:ext cx="1325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polish daily status report readability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7296912" y="255117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51192" y="22128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12864" y="3127248"/>
            <a:ext cx="1325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add daily project status report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924544" y="255117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78824" y="22128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40496" y="3127248"/>
            <a:ext cx="1325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improve daily status report layout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10552176" y="255117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06456" y="22128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168128" y="3127248"/>
            <a:ext cx="1325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本次生成每日项目状态 PPT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41248" y="4608576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" y="4718304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38" name="Text 36"/>
          <p:cNvSpPr/>
          <p:nvPr/>
        </p:nvSpPr>
        <p:spPr>
          <a:xfrm>
            <a:off x="987552" y="529437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天业务提交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1005840" y="5568696"/>
            <a:ext cx="20025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algn="l"/>
          </a:lstStyle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提交集中在每日状态报告，未见业务代码 diff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3429000" y="4608576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593592" y="4718304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3100" dirty="0"/>
          </a:p>
        </p:txBody>
      </p:sp>
      <p:sp>
        <p:nvSpPr>
          <p:cNvPr id="42" name="Text 40"/>
          <p:cNvSpPr/>
          <p:nvPr/>
        </p:nvSpPr>
        <p:spPr>
          <a:xfrm>
            <a:off x="3575304" y="529437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报告类提交</a:t>
            </a:r>
            <a:endParaRPr lang="en-US" sz="1230" dirty="0"/>
          </a:p>
        </p:txBody>
      </p:sp>
      <p:sp>
        <p:nvSpPr>
          <p:cNvPr id="43" name="Text 41"/>
          <p:cNvSpPr/>
          <p:nvPr/>
        </p:nvSpPr>
        <p:spPr>
          <a:xfrm>
            <a:off x="3593592" y="5568696"/>
            <a:ext cx="20025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algn="l"/>
          </a:lstStyle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持续生成与优化每日汇报版式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6016752" y="4608576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81344" y="4718304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100" dirty="0"/>
          </a:p>
        </p:txBody>
      </p:sp>
      <p:sp>
        <p:nvSpPr>
          <p:cNvPr id="46" name="Text 44"/>
          <p:cNvSpPr/>
          <p:nvPr/>
        </p:nvSpPr>
        <p:spPr>
          <a:xfrm>
            <a:off x="6163056" y="529437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当前工作分支</a:t>
            </a:r>
            <a:endParaRPr lang="en-US" sz="1230" dirty="0"/>
          </a:p>
        </p:txBody>
      </p:sp>
      <p:sp>
        <p:nvSpPr>
          <p:cNvPr id="47" name="Text 45"/>
          <p:cNvSpPr/>
          <p:nvPr/>
        </p:nvSpPr>
        <p:spPr>
          <a:xfrm>
            <a:off x="6181344" y="5568696"/>
            <a:ext cx="20025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algn="l"/>
          </a:lstStyle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cursor/bc-...-55ff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8604504" y="4608576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769096" y="4718304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未知</a:t>
            </a:r>
            <a:endParaRPr lang="en-US" sz="3100" dirty="0"/>
          </a:p>
        </p:txBody>
      </p:sp>
      <p:sp>
        <p:nvSpPr>
          <p:cNvPr id="50" name="Text 48"/>
          <p:cNvSpPr/>
          <p:nvPr/>
        </p:nvSpPr>
        <p:spPr>
          <a:xfrm>
            <a:off x="8750808" y="529437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执行状态</a:t>
            </a:r>
            <a:endParaRPr lang="en-US" sz="1230" dirty="0"/>
          </a:p>
        </p:txBody>
      </p:sp>
      <p:sp>
        <p:nvSpPr>
          <p:cNvPr id="51" name="Text 49"/>
          <p:cNvSpPr/>
          <p:nvPr/>
        </p:nvSpPr>
        <p:spPr>
          <a:xfrm>
            <a:off x="8769096" y="5568696"/>
            <a:ext cx="20025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algn="l"/>
          </a:lstStyle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未发现流水线配置或最近运行记录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数据/指标要点：当前代码快照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591056"/>
            <a:ext cx="31821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170078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804672" y="227685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 Java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22960" y="2551176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src/main/java 代码文件数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453128" y="1591056"/>
            <a:ext cx="31821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70078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4599432" y="227685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4617720" y="2551176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JUnit/SpringBootTest 为主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247888" y="1591056"/>
            <a:ext cx="31821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0" y="170078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8394192" y="227685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8412480" y="2551176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8368" y="3163824"/>
            <a:ext cx="31821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27355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804672" y="3849624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822960" y="412394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拆分版主代码文件数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4453128" y="3163824"/>
            <a:ext cx="31821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17720" y="327355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100" dirty="0"/>
          </a:p>
        </p:txBody>
      </p:sp>
      <p:sp>
        <p:nvSpPr>
          <p:cNvPr id="31" name="Text 29"/>
          <p:cNvSpPr/>
          <p:nvPr/>
        </p:nvSpPr>
        <p:spPr>
          <a:xfrm>
            <a:off x="4599432" y="3849624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前端源码文件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4617720" y="412394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与 TS 源文件合计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8247888" y="3163824"/>
            <a:ext cx="31821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7E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0" y="327355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35" name="Text 33"/>
          <p:cNvSpPr/>
          <p:nvPr/>
        </p:nvSpPr>
        <p:spPr>
          <a:xfrm>
            <a:off x="8394192" y="3849624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配置文件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8412480" y="412394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 等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49808" y="5230368"/>
            <a:ext cx="10652760" cy="6858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5431536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指标口径说明：以上为本地工作区静态扫描统计，不代表生产运行量；AI 调用量、部署成功率、用户活跃等业务指标当前未在仓库中留存。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测试状态：有测试入口，缺自动门禁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157276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572768"/>
            <a:ext cx="109728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177393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1874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27048" y="1764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2148840"/>
            <a:ext cx="280720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 pom 包含 spring-boot-starter-test；发现 15 个测试类，覆盖 AI 生成、工作流、图片工具、截图等。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425696" y="157276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25696" y="1572768"/>
            <a:ext cx="109728" cy="1874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1773936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1874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02936" y="1764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前端质量脚本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0016" y="2148840"/>
            <a:ext cx="280720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提供 build、type-check、lint、format；未发现 vitest/jest/playwright 测试脚本。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101584" y="157276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01584" y="1572768"/>
            <a:ext cx="109728" cy="1874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0184" y="1773936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1874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78824" y="1764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状态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75904" y="2148840"/>
            <a:ext cx="280720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.github/workflows、GitLab CI 或 Jenkinsfile；最近自动化执行状态未知。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786384" y="3986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质量观察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41248" y="4599432"/>
            <a:ext cx="475488" cy="411480"/>
          </a:xfrm>
          <a:prstGeom prst="hexagon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44988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集成依赖重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81328" y="4782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多项测试可能直连 AI、图片、截图等外部服务，适合按 integration 分层。</a:t>
            </a:r>
            <a:endParaRPr lang="en-US" sz="1010" dirty="0"/>
          </a:p>
        </p:txBody>
      </p:sp>
      <p:sp>
        <p:nvSpPr>
          <p:cNvPr id="35" name="Shape 33"/>
          <p:cNvSpPr/>
          <p:nvPr/>
        </p:nvSpPr>
        <p:spPr>
          <a:xfrm>
            <a:off x="4544568" y="4599432"/>
            <a:ext cx="475488" cy="411480"/>
          </a:xfrm>
          <a:prstGeom prst="hexagon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44988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本地命令明确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84648" y="4782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后端可用 mvn test，前端可用 npm run build / lint，但需先补齐环境。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8247888" y="4599432"/>
            <a:ext cx="475488" cy="411480"/>
          </a:xfrm>
          <a:prstGeom prst="hexag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87968" y="44988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监控配置独立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87968" y="4782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指向 /api/actuator/prometheus，需要手动部署 Prometheus。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未完成项：需明确交付边界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16916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691640"/>
            <a:ext cx="109728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189280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27048" y="1883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微服务能力缺口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2267712"/>
            <a:ext cx="27157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 LangGraph4j 工作流、监控等能力主要在单体版，微服务版尚未完全对齐。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453128" y="16916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1691640"/>
            <a:ext cx="109728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892808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1883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无统一入口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27448" y="2267712"/>
            <a:ext cx="27157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微服务模式需分别启动多个服务，前端默认代理仍偏向单体接口。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156448" y="16916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1691640"/>
            <a:ext cx="109728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5048" y="1892808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5048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33688" y="1883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运行配置未就绪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30768" y="2267712"/>
            <a:ext cx="27157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Key、COS、Pexels、MySQL、Redis、Nacos 等需手工配置。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2615184" y="379476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15184" y="3794760"/>
            <a:ext cx="109728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43784" y="3995928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4096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92424" y="39867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缺一键环境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889504" y="4370832"/>
            <a:ext cx="27157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docker-compose 或统一编排脚本，本地启动门槛较高。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318504" y="379476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18504" y="3794760"/>
            <a:ext cx="109728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47104" y="399592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47104" y="4096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95744" y="39867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测试分层不足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592824" y="4370832"/>
            <a:ext cx="27157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微服务目录未发现 src/test，单体集成测试对外部服务依赖较重。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风险与阻塞：外部依赖和质量门禁优先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 rot="16200000">
            <a:off x="676656" y="1627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5797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发生概率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1627632"/>
            <a:ext cx="461772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34440" y="1627632"/>
            <a:ext cx="461772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9032" y="1709928"/>
            <a:ext cx="4288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 / 较低概率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453896" y="2194560"/>
            <a:ext cx="41788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内嵌 LangChain4j 流式 fork 代码与 TODO 输出，升级或异常链路可能放大维护成本。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6172200" y="1627632"/>
            <a:ext cx="461772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5240">
            <a:solidFill>
              <a:srgbClr val="E76F51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627632"/>
            <a:ext cx="4617720" cy="31089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709928"/>
            <a:ext cx="4288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 / 高概率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391656" y="2194560"/>
            <a:ext cx="41788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API、COS、Pexels、Selenium、MySQL/Redis 等依赖链长，环境缺失会直接阻塞生成、部署、封面链路。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1234440" y="3675888"/>
            <a:ext cx="461772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234440" y="3675888"/>
            <a:ext cx="46177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3758184"/>
            <a:ext cx="4288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中影响 / 较低概率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453896" y="4242816"/>
            <a:ext cx="41788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单体与微服务版本依赖和端口不统一，维护者需避免文档与运行方式混淆。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6172200" y="3675888"/>
            <a:ext cx="461772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3675888"/>
            <a:ext cx="46177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3758184"/>
            <a:ext cx="4288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中影响 / 高概率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391656" y="4242816"/>
            <a:ext cx="41788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 门禁且测试分层不足，日常改动回归质量依赖人工自检。</a:t>
            </a:r>
            <a:endParaRPr lang="en-US" sz="1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A"/>
          </a:solidFill>
          <a:ln w="12700">
            <a:solidFill>
              <a:srgbClr val="F1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5F4F5"/>
          </a:solidFill>
          <a:ln w="12700">
            <a:solidFill>
              <a:srgbClr val="E5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2743200" cy="2743200"/>
          </a:xfrm>
          <a:prstGeom prst="arc">
            <a:avLst/>
          </a:prstGeom>
          <a:solidFill>
            <a:srgbClr val="F1FAFA">
              <a:alpha val="0"/>
            </a:srgbClr>
          </a:solidFill>
          <a:ln w="635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30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建议下一步：先降低运行与回归成本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674352" y="65836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7232" y="731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43032" y="7315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65653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2026-06-18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1064240" y="65196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2880360"/>
            <a:ext cx="96926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331720"/>
            <a:ext cx="804672" cy="8046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5420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02336" y="34381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明确默认交付形态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83464" y="3858768"/>
            <a:ext cx="182880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 标注单体/微服务成熟度与推荐启动路径。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3054096" y="2331720"/>
            <a:ext cx="804672" cy="8046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4096" y="25420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670048" y="34381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补齐一键环境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551176" y="3858768"/>
            <a:ext cx="182880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docker-compose 或脚本组织 MySQL、Redis、Nacos、Prometheus。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321808" y="2331720"/>
            <a:ext cx="804672" cy="8046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25420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37760" y="34381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CI 门禁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818888" y="3858768"/>
            <a:ext cx="182880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mvn test（Mock 外部服务）+ 前端 build/lint。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589520" y="2331720"/>
            <a:ext cx="804672" cy="8046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5420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05472" y="34381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测试分层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086600" y="3858768"/>
            <a:ext cx="182880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将需 API Key / 浏览器 / 外部服务的测试标记为 integration。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9857232" y="2331720"/>
            <a:ext cx="804672" cy="8046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25420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473184" y="34381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统一入口与配置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9354312" y="3858768"/>
            <a:ext cx="182880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1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或前端代理配置文档支持两种部署模式切换。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950976" y="5285232"/>
            <a:ext cx="1028700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7E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5449824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优先级建议：CI / 测试分层与本地一键环境应优先推进，它们能直接降低后续业务迭代和维护成本。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00000">
            <a:off x="8046720" y="4389120"/>
            <a:ext cx="3840480" cy="3840480"/>
          </a:xfrm>
          <a:prstGeom prst="arc">
            <a:avLst/>
          </a:prstGeom>
          <a:solidFill>
            <a:srgbClr val="21295C">
              <a:alpha val="0"/>
            </a:srgbClr>
          </a:solidFill>
          <a:ln w="762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13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24358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能力完整度高，下一阶段重点是工程化保障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86384" y="2423160"/>
            <a:ext cx="882396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49631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968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72768" y="256946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当前能力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633472" y="2560320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单体版覆盖 AI 生成、可视化编辑、部署分享、管理监控；微服务版已完成模块拆分。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86384" y="3136392"/>
            <a:ext cx="882396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3209544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3101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72768" y="32826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近期状态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633472" y="327355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天以每日汇报文档为主，业务代码保持稳定。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86384" y="3849624"/>
            <a:ext cx="882396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3922776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0233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72768" y="399592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主要风险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633472" y="3986784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外部依赖链长、无 CI 门禁、测试分层不足、双架构运行方式易混淆。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786384" y="4562856"/>
            <a:ext cx="882396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8D6C6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4636008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736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72768" y="47091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78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行动焦点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2633472" y="4700016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CI、补一键环境、明确单体/微服务边界、隔离集成测试。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9646920" y="1353312"/>
            <a:ext cx="1554480" cy="4023360"/>
          </a:xfrm>
          <a:prstGeom prst="roundRect">
            <a:avLst>
              <a:gd name="adj" fmla="val 10588"/>
            </a:avLst>
          </a:prstGeom>
          <a:solidFill>
            <a:srgbClr val="1C7293">
              <a:alpha val="92000"/>
            </a:srgbClr>
          </a:solidFill>
          <a:ln w="12700">
            <a:solidFill>
              <a:srgbClr val="78D6C6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7232" y="182880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802368" y="246888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9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docs/reports/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D9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project-status-2026-06-18.pptx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857232" y="385876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今日建议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聚焦工程化闭环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零代码应用生成平台每日项目状态汇报 2026-06-18</dc:title>
  <dc:subject>每日项目状态汇报</dc:subject>
  <dc:creator>Cursor Automation</dc:creator>
  <cp:lastModifiedBy>Cursor Automation</cp:lastModifiedBy>
  <cp:revision>1</cp:revision>
  <dcterms:created xsi:type="dcterms:W3CDTF">2026-06-18T09:07:52Z</dcterms:created>
  <dcterms:modified xsi:type="dcterms:W3CDTF">2026-06-18T09:07:52Z</dcterms:modified>
</cp:coreProperties>
</file>