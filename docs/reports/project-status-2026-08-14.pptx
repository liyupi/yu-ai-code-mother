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A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D4A4F"/>
          </a:solidFill>
          <a:ln/>
        </p:spPr>
      </p:sp>
      <p:sp>
        <p:nvSpPr>
          <p:cNvPr id="5" name="Shape 3"/>
          <p:cNvSpPr/>
          <p:nvPr/>
        </p:nvSpPr>
        <p:spPr>
          <a:xfrm>
            <a:off x="-1645920" y="4663440"/>
            <a:ext cx="4023360" cy="4023360"/>
          </a:xfrm>
          <a:prstGeom prst="ellipse">
            <a:avLst/>
          </a:prstGeom>
          <a:solidFill>
            <a:srgbClr val="08323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维护组内部简报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能力盘点、近期变更与风险跟踪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20116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24612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0E4A50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33649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2026-08-14 周五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8096" y="380390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324612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0E4A50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33649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893918c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57016" y="380390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期完成态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0E4A50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3649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日零提交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45936" y="380390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业务冻结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840" y="324612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0E4A50"/>
          </a:solidFill>
          <a:ln/>
        </p:spPr>
      </p:sp>
      <p:sp>
        <p:nvSpPr>
          <p:cNvPr id="20" name="Text 18"/>
          <p:cNvSpPr/>
          <p:nvPr/>
        </p:nvSpPr>
        <p:spPr>
          <a:xfrm>
            <a:off x="9134856" y="33649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 × 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34856" y="380390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#81  #65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受众：项目维护者 / 核心团队     口径：仓库事实 + 开放 Issue / PR，不含线上运行时指标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166360"/>
            <a:ext cx="1993392" cy="384048"/>
          </a:xfrm>
          <a:prstGeom prst="roundRect">
            <a:avLst>
              <a:gd name="adj" fmla="val 47619"/>
            </a:avLst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16636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智能生成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88920" y="5166360"/>
            <a:ext cx="1993392" cy="384048"/>
          </a:xfrm>
          <a:prstGeom prst="roundRect">
            <a:avLst>
              <a:gd name="adj" fmla="val 47619"/>
            </a:avLst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2788920" y="516636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5166360"/>
            <a:ext cx="1993392" cy="384048"/>
          </a:xfrm>
          <a:prstGeom prst="roundRect">
            <a:avLst>
              <a:gd name="adj" fmla="val 47619"/>
            </a:avLst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516636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86600" y="5166360"/>
            <a:ext cx="1993392" cy="384048"/>
          </a:xfrm>
          <a:prstGeom prst="roundRect">
            <a:avLst>
              <a:gd name="adj" fmla="val 47619"/>
            </a:avLst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516636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企业治理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282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6565392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内部使用  ·  仅新增报告文件  ·  未改业务代码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开场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今日速览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623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15568"/>
            <a:ext cx="73152" cy="1828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2801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29844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主线稳定、业务冻结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" y="175564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近 7 日与昨日均无业务提交，基线仍为 2025-08-26 教程第 14 期微服务改造完成态。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115568"/>
            <a:ext cx="5623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115568"/>
            <a:ext cx="73152" cy="1828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12801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52360" y="129844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教学能力已闭环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19672" y="175564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智能生成、可视化编辑、部署分享、后台治理四条主链路齐全，单体与微服务代码并存。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081528"/>
            <a:ext cx="5623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81528"/>
            <a:ext cx="73152" cy="1828800"/>
          </a:xfrm>
          <a:prstGeom prst="rect">
            <a:avLst/>
          </a:prstGeom>
          <a:solidFill>
            <a:srgbClr val="C45C4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2461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326440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三件开放事项未动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" y="372160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 推理字段缺失、#81 前端镜像安装失败、PR #66 联网搜索仍待评审合并。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3081528"/>
            <a:ext cx="5623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3081528"/>
            <a:ext cx="73152" cy="1828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32461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52360" y="326440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质量门禁缺失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19672" y="372160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仓库无业务向 GitHub Actions；本地有 15 个 Java 测试类，运行结果未纳入日报。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4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项目概览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平台定位与仓库形态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69037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261872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这是什么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1591056"/>
            <a:ext cx="6446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面向教学的企业级 AI 代码生成平台：用户用自然语言描述需求，平台选择生成策略、调用工具写出代码，并支持预览、改稿、部署与管理。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06624"/>
            <a:ext cx="146304" cy="14630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334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技术主栈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2633472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3.5.4 · Java 21 · LangChain4j 1.1 · LangGraph4j 1.6-rc2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255264"/>
            <a:ext cx="146304" cy="14630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821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3182112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3.5 · TypeScript · Vite 7 · Ant Design Vue · Pinia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803904"/>
            <a:ext cx="146304" cy="14630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73075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数据与缓存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6040" y="3730752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Redis Session · Redisson 限流 · Caffeine 本地缓存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352544"/>
            <a:ext cx="146304" cy="14630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27939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06040" y="4279392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+ Prometheus + Grafana「AI模型监控看板」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901184"/>
            <a:ext cx="146304" cy="14630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8280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双形态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06040" y="4828032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根目录单体完整可用；yu-ai-code-mother-microservice 为 7 模块拆分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5449824"/>
            <a:ext cx="146304" cy="14630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53766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数据模型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06040" y="5376672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chat_history 三张核心表，支持精选与部署键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43800" y="109728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43800" y="1097280"/>
            <a:ext cx="73152" cy="1170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12435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772400" y="173736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累计提交  ·  2025-07-24 起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543800" y="2395728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43800" y="2395728"/>
            <a:ext cx="73152" cy="1170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25420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772400" y="303580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Java 类  ·  com.yupi 包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543800" y="3694176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43800" y="3694176"/>
            <a:ext cx="73152" cy="1170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3840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7772400" y="433425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  ·  Dubbo + Nacos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543800" y="4992624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43800" y="4992624"/>
            <a:ext cx="73152" cy="1170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0" y="51389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772400" y="563270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测试类  ·  无 CI 自动跑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40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核心能力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四条主链路均已落地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2788920" cy="5138928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98448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E8F3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9844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需求描述进入后，路由模型选择 HTML / 多文件 / Vue 工程策略；工具读写文件并流式回传执行过程。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669280"/>
            <a:ext cx="2423160" cy="36576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669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+ 工具调用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64992" y="1115568"/>
            <a:ext cx="2788920" cy="5138928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47872" y="1298448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E8F3F1"/>
          </a:solidFill>
          <a:ln/>
        </p:spPr>
      </p:sp>
      <p:sp>
        <p:nvSpPr>
          <p:cNvPr id="15" name="Text 13"/>
          <p:cNvSpPr/>
          <p:nvPr/>
        </p:nvSpPr>
        <p:spPr>
          <a:xfrm>
            <a:off x="3547872" y="129844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47872" y="17830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47872" y="26974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生成结果实时预览。原生模式全量改稿，工程模式增量改文件，可点选元素继续与 AI 对话。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547872" y="5669280"/>
            <a:ext cx="2423160" cy="36576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3547872" y="5669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对话改稿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72784" y="1115568"/>
            <a:ext cx="2788920" cy="5138928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55664" y="1298448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E8F3F1"/>
          </a:solidFill>
          <a:ln/>
        </p:spPr>
      </p:sp>
      <p:sp>
        <p:nvSpPr>
          <p:cNvPr id="22" name="Text 20"/>
          <p:cNvSpPr/>
          <p:nvPr/>
        </p:nvSpPr>
        <p:spPr>
          <a:xfrm>
            <a:off x="6455664" y="129844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55664" y="17830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55664" y="26974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部署到可访问地址、自动截封面、源码打包下载；精选应用可在首页展示。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55664" y="5669280"/>
            <a:ext cx="2423160" cy="36576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6455664" y="5669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+ 截图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80576" y="1115568"/>
            <a:ext cx="2788920" cy="5138928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363456" y="1298448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E8F3F1"/>
          </a:solidFill>
          <a:ln/>
        </p:spPr>
      </p:sp>
      <p:sp>
        <p:nvSpPr>
          <p:cNvPr id="29" name="Text 27"/>
          <p:cNvSpPr/>
          <p:nvPr/>
        </p:nvSpPr>
        <p:spPr>
          <a:xfrm>
            <a:off x="9363456" y="129844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63456" y="17830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363456" y="26974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用户与应用后台、对话管理、权限注解、限流与 Prompt 审查，管理员可设精选与监控。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63456" y="5669280"/>
            <a:ext cx="2423160" cy="36576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9363456" y="5669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治理闭环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4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架构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单体能力面与微服务拆分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7150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26187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单体已具备的能力面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1755648"/>
            <a:ext cx="347472" cy="34747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55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70078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生成策略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197510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MULTI_FILE · VUE_PROJECT，路由模型做分类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2468880"/>
            <a:ext cx="347472" cy="34747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468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41401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688336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文件读写改删、列目录、退出；工作流侧有搜图 / Logo / 图示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" y="3182112"/>
            <a:ext cx="347472" cy="34747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182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12724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401568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LangGraph4j：收集图片、生成、质检，支持并发子图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3232" y="3895344"/>
            <a:ext cx="347472" cy="34747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895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8404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11480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User / ChatHistory / 静态资源 / 工作流 SSE / 健康检查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" y="4608576"/>
            <a:ext cx="347472" cy="34747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608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455371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4828032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用户级限流（对话 5 次/分）、Prompt 审查、鉴权注解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3232" y="5321808"/>
            <a:ext cx="347472" cy="34747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5321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526694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88720" y="5541264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首页、对话预览、应用编辑、用户登录注册、三类管理页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109728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0A3A40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128016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微服务模块（第 14 期）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83680" y="1737360"/>
            <a:ext cx="4937760" cy="585216"/>
          </a:xfrm>
          <a:prstGeom prst="roundRect">
            <a:avLst>
              <a:gd name="adj" fmla="val 9375"/>
            </a:avLst>
          </a:prstGeom>
          <a:solidFill>
            <a:srgbClr val="0E4A50"/>
          </a:solidFill>
          <a:ln/>
        </p:spPr>
      </p:sp>
      <p:sp>
        <p:nvSpPr>
          <p:cNvPr id="35" name="Text 33"/>
          <p:cNvSpPr/>
          <p:nvPr/>
        </p:nvSpPr>
        <p:spPr>
          <a:xfrm>
            <a:off x="6748272" y="1773936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48272" y="2011680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通用、数据模型、跨服务接口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83680" y="2395728"/>
            <a:ext cx="4937760" cy="585216"/>
          </a:xfrm>
          <a:prstGeom prst="roundRect">
            <a:avLst>
              <a:gd name="adj" fmla="val 9375"/>
            </a:avLst>
          </a:prstGeom>
          <a:solidFill>
            <a:srgbClr val="0E4A50"/>
          </a:solidFill>
          <a:ln/>
        </p:spPr>
      </p:sp>
      <p:sp>
        <p:nvSpPr>
          <p:cNvPr id="38" name="Text 36"/>
          <p:cNvSpPr/>
          <p:nvPr/>
        </p:nvSpPr>
        <p:spPr>
          <a:xfrm>
            <a:off x="6748272" y="2432304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yu-ai-code-user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48272" y="2670048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账号、会话、权限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83680" y="3054096"/>
            <a:ext cx="4937760" cy="585216"/>
          </a:xfrm>
          <a:prstGeom prst="roundRect">
            <a:avLst>
              <a:gd name="adj" fmla="val 9375"/>
            </a:avLst>
          </a:prstGeom>
          <a:solidFill>
            <a:srgbClr val="0E4A50"/>
          </a:solidFill>
          <a:ln/>
        </p:spPr>
      </p:sp>
      <p:sp>
        <p:nvSpPr>
          <p:cNvPr id="41" name="Text 39"/>
          <p:cNvSpPr/>
          <p:nvPr/>
        </p:nvSpPr>
        <p:spPr>
          <a:xfrm>
            <a:off x="6748272" y="3090672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yu-ai-code-app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48272" y="3328416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应用生命周期与对话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583680" y="3712464"/>
            <a:ext cx="4937760" cy="585216"/>
          </a:xfrm>
          <a:prstGeom prst="roundRect">
            <a:avLst>
              <a:gd name="adj" fmla="val 9375"/>
            </a:avLst>
          </a:prstGeom>
          <a:solidFill>
            <a:srgbClr val="0E4A50"/>
          </a:solidFill>
          <a:ln/>
        </p:spPr>
      </p:sp>
      <p:sp>
        <p:nvSpPr>
          <p:cNvPr id="44" name="Text 42"/>
          <p:cNvSpPr/>
          <p:nvPr/>
        </p:nvSpPr>
        <p:spPr>
          <a:xfrm>
            <a:off x="6748272" y="3749040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748272" y="3986784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模型、工具、工作流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583680" y="4370832"/>
            <a:ext cx="4937760" cy="585216"/>
          </a:xfrm>
          <a:prstGeom prst="roundRect">
            <a:avLst>
              <a:gd name="adj" fmla="val 9375"/>
            </a:avLst>
          </a:prstGeom>
          <a:solidFill>
            <a:srgbClr val="0E4A50"/>
          </a:solidFill>
          <a:ln/>
        </p:spPr>
      </p:sp>
      <p:sp>
        <p:nvSpPr>
          <p:cNvPr id="47" name="Text 45"/>
          <p:cNvSpPr/>
          <p:nvPr/>
        </p:nvSpPr>
        <p:spPr>
          <a:xfrm>
            <a:off x="6748272" y="4407408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yu-ai-code-screenshot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748272" y="4645152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站点截图与封面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583680" y="5102352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中间态提交不可单独检出使用，需以完成态 893918c 为准。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40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近期进展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昨日与近 7 日变更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703320" cy="5166360"/>
          </a:xfrm>
          <a:prstGeom prst="roundRect">
            <a:avLst>
              <a:gd name="adj" fmla="val 1975"/>
            </a:avLst>
          </a:prstGeom>
          <a:solidFill>
            <a:srgbClr val="0A3A4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298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活跃度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16916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76656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 master 业务提交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" y="30175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 08-13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" y="3255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无代码变更，亦未见对应日报 PR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" y="3749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 08-08 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" y="39867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仅自动化日报草稿，未合入主线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" y="44805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" y="47183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社区新增 Issue #81（npm 镜像 404）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" y="52120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 2025-08-26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" y="54498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期微服务改造完成，其后无业务提交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1097280"/>
            <a:ext cx="73609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126187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最近业务提交在讲什么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1645920"/>
            <a:ext cx="6903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第 14 期：通用 / 模型 / 接口 / 用户 / AI / 应用 / 截图拆分，Dubbo + Nacos 联通。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2066544"/>
            <a:ext cx="6903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第 13 期：可观测性，Prometheus 抓取 /api/actuator/prometheus。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2487168"/>
            <a:ext cx="6903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第 11–12 期：限流、Prompt 审查、缓存与并发、成本与稳定性、部署上线。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2907792"/>
            <a:ext cx="6903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第 9–10 期：可视化改稿与 LangGraph4j 网站生成工作流（含图片并发收集）。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43400" y="3703320"/>
            <a:ext cx="73609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3858768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社区与自动化动态（非主线代码）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0" y="4242816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E8F3F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24281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 PR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424281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月下旬起每日草稿持续出现，均为 DRAFT，主线未收录报告目录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0" y="4828032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E8F3F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8280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0" y="4828032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月 11 日开启，清华 npm 镜像缺少 @vitejs/plugin-vue，尚无维护者回复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0" y="5413248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E8F3F1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54132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0" y="5413248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You.com 搜索工具 +173/−0，状态 MERGEABLE，自 7 月 26 日起无新推进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4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数据与指标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仓库可核验数字 + 运行时待回填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20700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0" y="14173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8745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生成模式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" y="2194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multi_file / vue_project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109728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9584" y="120700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919472" y="14173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9584" y="18745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后端控制器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9584" y="2194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含工作流 SSE 与健康检查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2784" y="109728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37376" y="120700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827264" y="14173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37376" y="18745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37376" y="2194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应用 / 管理三类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0576" y="109728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45168" y="120700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0735056" y="14173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45168" y="18745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45168" y="2194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#81  #65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944368"/>
            <a:ext cx="5715000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6656" y="31089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已埋点、日报未能取值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" y="3456432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本环境未连接生产 Prometheus / Grafana，下列指标在代码与看板中已定义，数值记为「未采集」。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" y="41605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ai_model_requests_total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0" y="416052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总成功请求数  ·  未采集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" y="4617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ai_model_tokens_total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461772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消耗  ·  未采集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" y="50749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ai_model_response_duration_seconds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0" y="507492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平均响应时间  ·  未采集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" y="55321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ai_model_errors_total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0" y="553212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错误次数与类型分布  ·  未采集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55080" y="2944368"/>
            <a:ext cx="5349240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55080" y="2944368"/>
            <a:ext cx="73152" cy="3310128"/>
          </a:xfrm>
          <a:prstGeom prst="rect">
            <a:avLst/>
          </a:prstGeom>
          <a:solidFill>
            <a:srgbClr val="C9892C"/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31089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测试状态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29400" y="3529584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无 .github/workflows，没有编译 / 单测 / 前端 lint 门禁。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629400" y="415137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最近仓库级 Actions 记录为 2026-03 Copilot 访问检查，与业务质量无关。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29400" y="4773168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单体测试覆盖工作流、解析器、路由、截图与若干工具，需密钥与浏览器，不适合直接当门禁全跑。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629400" y="5394960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前端有 type-check / lint / format 脚本，未见统一流水线调用。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40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风险与问题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阻塞项按影响排序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4475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C45C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447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188720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Vue 生成缺失 reasoning_content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536192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推理接口升级后，工具调用二次请求若缺少推理字段会直接失败。评论区已有「换非推理模型或给 LangChain4j 打补丁」的路径，主线尚未合入。影响工程模式核心体验。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4320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C9892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432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48716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#81  清华 npm 镜像安装失败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83464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学习者按教程切 mirrors.tuna.tsinghua.edu.cn/npm 后，@vitejs/plugin-vue@^6.0.0 返回 404。8 月 11 日开启，零评论。文档未写明官方源或可用镜像，阻塞前端起步。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041648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C9892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416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785616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 / #66  联网搜索待审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133088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You.com 工具按现有 BaseTool 规范实现，仅挂 VUE_PROJECT。PR 可合并但无评审结论，也未评估密钥与外呼成本。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974336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534009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4919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4009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5084064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CI 与日报堆积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431536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回归靠本地手工。每日状态 PR 长期 DRAFT，报告目录未进 master，历史口径无法在主线检索。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4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下一步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建议按优先级推进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73152" cy="9326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335024"/>
            <a:ext cx="420624" cy="42062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350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188720"/>
            <a:ext cx="9235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#5 推理字段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517904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优先验证社区方案：非推理模型兜底，或在流式/工具回传链路补 reasoning_content。补回归用例后再合入。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03120"/>
            <a:ext cx="73152" cy="9326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359152"/>
            <a:ext cx="420624" cy="42062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3591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212848"/>
            <a:ext cx="9235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回应 #81 安装文档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542032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/ 前端说明补充：默认用官方 npm；若用镜像需核验 scoped 包是否同步。给一条可复制的排障命令。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27248"/>
            <a:ext cx="73152" cy="9326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3383280"/>
            <a:ext cx="420624" cy="42062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383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236976"/>
            <a:ext cx="9235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 #66 联网搜索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566160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核对 ToolManager 注册范围、密钥配置与失败降级。小而可回滚则合并，否则明确关闭原因。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151376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51376"/>
            <a:ext cx="73152" cy="9326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4407408"/>
            <a:ext cx="420624" cy="42062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407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4261104"/>
            <a:ext cx="9235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补最小 CI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459028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先跑不依赖外网模型的编译与 CodeParser 等纯单测，前端加 type-check。工作流/截图测标记为手工。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5175504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5175504"/>
            <a:ext cx="73152" cy="9326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" y="5431536"/>
            <a:ext cx="420624" cy="42062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54315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80160" y="5285232"/>
            <a:ext cx="9235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指标进日报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80160" y="5614416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若有共享 Grafana，回填请求量、Token、时延、错误率；没有则保持「未采集」，避免空数字。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4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11247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总结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一句话与本周焦点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47120" cy="1554480"/>
          </a:xfrm>
          <a:prstGeom prst="roundRect">
            <a:avLst>
              <a:gd name="adj" fmla="val 4706"/>
            </a:avLst>
          </a:prstGeom>
          <a:solidFill>
            <a:srgbClr val="0A3A40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298448"/>
            <a:ext cx="10744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平台教学主线已经完整：能生成、能改、能部署、能管理。当前矛盾不是缺功能，而是 #5 卡住 Vue 工程生成、文档跟不上学习者环境，以及没有门禁守住回归。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52928"/>
            <a:ext cx="367588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852928"/>
            <a:ext cx="3675888" cy="91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072384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保持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" y="3566160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完成态 893918c 作为唯一推荐基线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4343400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单体与微服务目录并存，避免再改中间态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5120640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Grafana 看板定义继续沿用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97680" y="2852928"/>
            <a:ext cx="367588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2852928"/>
            <a:ext cx="3675888" cy="91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4498848" y="3072384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本周必做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98848" y="3566160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落地 #5 补丁或模型兜底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98848" y="4343400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补前端安装说明，关闭或回复 #81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98848" y="5120640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给出 #66 合并或关闭结论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38160" y="2852928"/>
            <a:ext cx="367588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A3A4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2852928"/>
            <a:ext cx="3675888" cy="91440"/>
          </a:xfrm>
          <a:prstGeom prst="rect">
            <a:avLst/>
          </a:prstGeom>
          <a:solidFill>
            <a:srgbClr val="C45C4A"/>
          </a:solidFill>
          <a:ln/>
        </p:spPr>
      </p:sp>
      <p:sp>
        <p:nvSpPr>
          <p:cNvPr id="22" name="Text 20"/>
          <p:cNvSpPr/>
          <p:nvPr/>
        </p:nvSpPr>
        <p:spPr>
          <a:xfrm>
            <a:off x="8339328" y="3072384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不要做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39328" y="3566160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不要在无评审时合入联网搜索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39328" y="4343400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不要把依赖外网的测试直接当 CI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39328" y="5120640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不要再堆积无法检索的日报草稿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3A4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653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2026-08-14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0" y="65653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2026-08-14</dc:title>
  <dc:subject>AI 零代码应用生成平台项目状态</dc:subject>
  <dc:creator>yu-ai-code-mother 维护组</dc:creator>
  <cp:lastModifiedBy>yu-ai-code-mother 维护组</cp:lastModifiedBy>
  <cp:revision>1</cp:revision>
  <dcterms:created xsi:type="dcterms:W3CDTF">2026-08-14T09:05:38Z</dcterms:created>
  <dcterms:modified xsi:type="dcterms:W3CDTF">2026-08-14T09:05:38Z</dcterms:modified>
</cp:coreProperties>
</file>