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097280"/>
            <a:ext cx="4389120" cy="4389120"/>
          </a:xfrm>
          <a:prstGeom prst="ellipse">
            <a:avLst/>
          </a:prstGeom>
          <a:solidFill>
            <a:srgbClr val="065A82">
              <a:alpha val="8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434840"/>
            <a:ext cx="2926080" cy="2926080"/>
          </a:xfrm>
          <a:prstGeom prst="ellipse">
            <a:avLst/>
          </a:prstGeom>
          <a:solidFill>
            <a:srgbClr val="02C39A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7955280" y="91440"/>
            <a:ext cx="3017520" cy="3017520"/>
          </a:xfrm>
          <a:prstGeom prst="arc">
            <a:avLst/>
          </a:prstGeom>
          <a:solidFill>
            <a:srgbClr val="000000">
              <a:alpha val="0"/>
            </a:srgbClr>
          </a:solidFill>
          <a:ln w="38100">
            <a:solidFill>
              <a:srgbClr val="02C39A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58368"/>
            <a:ext cx="1874520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722376"/>
            <a:ext cx="1874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维护者 / 团队内部汇报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426464"/>
            <a:ext cx="7040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每日项目状态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58368" y="2267712"/>
            <a:ext cx="7040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DEC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零代码应用生成平台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58368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58368" y="4910328"/>
            <a:ext cx="4983480" cy="1005840"/>
          </a:xfrm>
          <a:prstGeom prst="roundRect">
            <a:avLst>
              <a:gd name="adj" fmla="val 8182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8ED8DF">
                <a:alpha val="4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52029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2026-07-21  ·  北京时间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84464" y="19202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>
                    <a:alpha val="94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936992" y="2907792"/>
            <a:ext cx="365760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以单体主链路为当前基线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微服务与工作流处于能力迁移阶段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SNAPSHOT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项目概览：主链路已成型，演进节奏暂停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04088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代码生成模式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/ 多文件 / Vue 工程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82696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392424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微服务子模块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74136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含 common / model / client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971032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08192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前端核心路由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62472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用户、应用与管理端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659368" y="1444752"/>
            <a:ext cx="248716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96528" y="1591056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769096" y="2084832"/>
            <a:ext cx="2267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天提交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50808" y="2322576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最新提交：2025-08-26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907792"/>
            <a:ext cx="6876288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8952" y="3072384"/>
            <a:ext cx="73152" cy="2825496"/>
          </a:xfrm>
          <a:prstGeom prst="roundRect">
            <a:avLst>
              <a:gd name="adj" fmla="val 37500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3218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当前状态判断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3611880"/>
            <a:ext cx="6144768" cy="20482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单体后端 + Vue 前端已打通生成、预览、编辑、部署、下载主链路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 工作流与素材工具已实现，但尚未进入前端主流程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微服务已完成 user / app / screenshot 拆分，前端仍默认指向单体 8123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仓库近 11 个月无业务提交，当前重点应从扩展转向收口与可验证性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790688" y="2907792"/>
            <a:ext cx="3803904" cy="3154680"/>
          </a:xfrm>
          <a:prstGeom prst="roundRect">
            <a:avLst>
              <a:gd name="adj" fmla="val 2319"/>
            </a:avLst>
          </a:prstGeom>
          <a:solidFill>
            <a:srgbClr val="065A82"/>
          </a:solidFill>
          <a:ln w="10160">
            <a:solidFill>
              <a:srgbClr val="065A8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56448" y="325526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一句话结论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8156448" y="3822192"/>
            <a:ext cx="30723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F3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“能生成”已经成立；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C8F3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下一阶段要证明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C8F3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“稳定、可迁移、可持续”。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156448" y="5404104"/>
            <a:ext cx="1591056" cy="310896"/>
          </a:xfrm>
          <a:prstGeom prst="roundRect">
            <a:avLst>
              <a:gd name="adj" fmla="val 29412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56448" y="5468112"/>
            <a:ext cx="15910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主基线：单体架构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893808" y="5404104"/>
            <a:ext cx="1261872" cy="310896"/>
          </a:xfrm>
          <a:prstGeom prst="roundRect">
            <a:avLst>
              <a:gd name="adj" fmla="val 29412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3808" y="5468112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演进：微服务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来源：README、代码目录与 Git 历史（截至 2026-07-21）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REALITY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当前架构：单体承载产品，微服务并行存在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1426464"/>
            <a:ext cx="1060704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90472"/>
            <a:ext cx="1060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用户入口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8368" y="1874520"/>
            <a:ext cx="2048256" cy="362102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2039112"/>
            <a:ext cx="73152" cy="3291840"/>
          </a:xfrm>
          <a:prstGeom prst="roundRect">
            <a:avLst>
              <a:gd name="adj" fmla="val 37500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194560"/>
            <a:ext cx="1444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 3 前端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05840" y="2807208"/>
            <a:ext cx="1371600" cy="19385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创建应用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SSE 对话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实时预览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 / 下载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后台管理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07792" y="3017520"/>
            <a:ext cx="566928" cy="685800"/>
          </a:xfrm>
          <a:prstGeom prst="chevron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75888" y="1536192"/>
            <a:ext cx="3703320" cy="4343400"/>
          </a:xfrm>
          <a:prstGeom prst="roundRect">
            <a:avLst>
              <a:gd name="adj" fmla="val 1975"/>
            </a:avLst>
          </a:prstGeom>
          <a:solidFill>
            <a:srgbClr val="E6F4F6"/>
          </a:solidFill>
          <a:ln w="1016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69080" y="1883664"/>
            <a:ext cx="2880360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69080" y="1947672"/>
            <a:ext cx="2880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当前产品主路径 · :8123/api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096512" y="2414016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Spring Boot 单体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133088" y="3054096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35424" y="303580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生成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58384" y="303580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LangChain4j + 三种模式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33088" y="362102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5424" y="360273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58384" y="360273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LangGraph4j（演示 API）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33088" y="418795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35424" y="4169664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交付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58384" y="416966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预览 / 部署 / 截图 / ZIP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133088" y="47548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35424" y="473659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58384" y="473659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权限 / 限流 / Prometheus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589520" y="3017520"/>
            <a:ext cx="566928" cy="685800"/>
          </a:xfrm>
          <a:prstGeom prst="chevron">
            <a:avLst/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66760" y="1536192"/>
            <a:ext cx="3200400" cy="4343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0160">
            <a:solidFill>
              <a:srgbClr val="F4A2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59952" y="1883664"/>
            <a:ext cx="2414016" cy="310896"/>
          </a:xfrm>
          <a:prstGeom prst="roundRect">
            <a:avLst>
              <a:gd name="adj" fmla="val 29412"/>
            </a:avLst>
          </a:prstGeom>
          <a:solidFill>
            <a:srgbClr val="FFE5C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59952" y="1947672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演进路径 · 尚未前端切流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732520" y="241401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Dubbo + Nacos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8842248" y="3044952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EAF6F8"/>
          </a:solidFill>
          <a:ln w="12700">
            <a:solidFill>
              <a:srgbClr val="C8E2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79408" y="3136392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user :8124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842248" y="3602736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79408" y="3694176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 :8125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842248" y="4160520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EAF6F8"/>
          </a:solidFill>
          <a:ln w="12700">
            <a:solidFill>
              <a:srgbClr val="C8E2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79408" y="4251960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依赖库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842248" y="4718304"/>
            <a:ext cx="2258568" cy="384048"/>
          </a:xfrm>
          <a:prstGeom prst="roundRect">
            <a:avLst>
              <a:gd name="adj" fmla="val 11905"/>
            </a:avLst>
          </a:prstGeom>
          <a:solidFill>
            <a:srgbClr val="EAF6F8"/>
          </a:solidFill>
          <a:ln w="12700">
            <a:solidFill>
              <a:srgbClr val="C8E2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79408" y="4809744"/>
            <a:ext cx="1984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screenshot :8127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686800" y="5422392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76F5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缺口：API Gateway、前端对接、工作流与监控迁移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来源：src/、yu-ai-code-mother-microservice/、前端 src/config/env.ts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CAPABILITIES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核心能力：从需求到可分享应用的完整闭环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44752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58952" y="1609344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1865376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3272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01952" y="182880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智能代码生成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901952" y="238658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提示词自动路由  ·  SSE 流式过程可见  ·  工具调用生成 Vue 工程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9632" y="1444752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64224" y="1609344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38544" y="1865376"/>
            <a:ext cx="658368" cy="6583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38544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507224" y="182880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可视化编辑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507224" y="2386584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iframe 实时预览  ·  元素点选与定位  ·  携带上下文再次对话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" y="3703320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3867912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33272" y="4123944"/>
            <a:ext cx="658368" cy="6583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" y="42976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01952" y="408736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部署与交付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901952" y="464515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本地部署目录映射  ·  Selenium 自动截图  ·  COS 封面与源码 ZIP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99632" y="3703320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64224" y="3867912"/>
            <a:ext cx="73152" cy="1609344"/>
          </a:xfrm>
          <a:prstGeom prst="roundRect">
            <a:avLst>
              <a:gd name="adj" fmla="val 37500"/>
            </a:avLst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38544" y="4123944"/>
            <a:ext cx="658368" cy="658368"/>
          </a:xfrm>
          <a:prstGeom prst="ellipse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38544" y="42976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507224" y="408736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企业管理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7507224" y="4645152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 / 应用 / 对话管理  ·  精选应用运营  ·  权限、限流与指标采集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来源：README、AppController、AppChatPage、ai/tools、monitor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 FLOW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AI 生成链路：三种策略，共用流式交互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4944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输入需求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83464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创建应用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755648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62656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88336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智能路由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551176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选择代码类型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23360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30368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30368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56048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流式生成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18888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文本或工具调用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91072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00784"/>
            <a:ext cx="658368" cy="65836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0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23760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解析 / 构建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86600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落盘与 Vue build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58784" y="1847088"/>
            <a:ext cx="457200" cy="393192"/>
          </a:xfrm>
          <a:prstGeom prst="chevron">
            <a:avLst/>
          </a:prstGeom>
          <a:solidFill>
            <a:srgbClr val="C8E2E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65792" y="1700784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65792" y="188366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491472" y="256032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预览交付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354312" y="2907792"/>
            <a:ext cx="1499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编辑、部署、下载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4944" y="379476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016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0976" y="4069080"/>
            <a:ext cx="1225296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" y="41330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377440" y="40965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快速单页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50976" y="477316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流式文本 → 解析 → index.html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370832" y="379476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0160">
            <a:solidFill>
              <a:srgbClr val="1C729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4069080"/>
            <a:ext cx="1225296" cy="310896"/>
          </a:xfrm>
          <a:prstGeom prst="roundRect">
            <a:avLst>
              <a:gd name="adj" fmla="val 29412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26864" y="41330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MULTI_FILE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53328" y="40965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原生多文件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626864" y="477316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/ CSS / JS 分文件落盘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046720" y="3794760"/>
            <a:ext cx="3456432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0160">
            <a:solidFill>
              <a:srgbClr val="00A89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02752" y="4069080"/>
            <a:ext cx="1225296" cy="310896"/>
          </a:xfrm>
          <a:prstGeom prst="roundRect">
            <a:avLst>
              <a:gd name="adj" fmla="val 29412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02752" y="4133088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VUE_PROJECT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729216" y="409651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复杂工程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8302752" y="477316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文件工具调用 → npm 构建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3977640" y="5779008"/>
            <a:ext cx="4242816" cy="310896"/>
          </a:xfrm>
          <a:prstGeom prst="roundRect">
            <a:avLst>
              <a:gd name="adj" fmla="val 29412"/>
            </a:avLst>
          </a:prstGeom>
          <a:solidFill>
            <a:srgbClr val="FFE5C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77640" y="5843016"/>
            <a:ext cx="42428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工作流链路已实现但未接入前端主流程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来源：AiCodeGeneratorFacade、AiCodeGeneratorServiceFactory、AppChatPage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TIMELINE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近期进展：7 天无变更，最近里程碑为微服务改造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17320"/>
            <a:ext cx="2788920" cy="4507992"/>
          </a:xfrm>
          <a:prstGeom prst="roundRect">
            <a:avLst>
              <a:gd name="adj" fmla="val 2623"/>
            </a:avLst>
          </a:prstGeom>
          <a:solidFill>
            <a:srgbClr val="21295C"/>
          </a:solidFill>
          <a:ln w="1016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10512"/>
            <a:ext cx="2057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960120" y="2770632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天提交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51560" y="3355848"/>
            <a:ext cx="1874520" cy="0"/>
          </a:xfrm>
          <a:prstGeom prst="line">
            <a:avLst/>
          </a:prstGeom>
          <a:noFill/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94176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6F4F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最新提交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D6F4F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2025-08-26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D6F4F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893918c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5193792"/>
            <a:ext cx="2139696" cy="310896"/>
          </a:xfrm>
          <a:prstGeom prst="roundRect">
            <a:avLst>
              <a:gd name="adj" fmla="val 29412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57800"/>
            <a:ext cx="2139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 11 个月无业务更新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51376" y="1700784"/>
            <a:ext cx="0" cy="3858768"/>
          </a:xfrm>
          <a:prstGeom prst="line">
            <a:avLst/>
          </a:prstGeom>
          <a:noFill/>
          <a:ln w="50800">
            <a:solidFill>
              <a:srgbClr val="C8E2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1609344"/>
            <a:ext cx="438912" cy="438912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444752"/>
            <a:ext cx="6903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1700784"/>
            <a:ext cx="1371600" cy="310896"/>
          </a:xfrm>
          <a:prstGeom prst="roundRect">
            <a:avLst>
              <a:gd name="adj" fmla="val 29412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1764792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2025-08-13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47104" y="168249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性能与安全优化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47104" y="2066544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并发、缓存、限流、Prompt 审查、成本优化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931920" y="3008376"/>
            <a:ext cx="438912" cy="438912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2843784"/>
            <a:ext cx="6903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9472" y="3099816"/>
            <a:ext cx="1371600" cy="310896"/>
          </a:xfrm>
          <a:prstGeom prst="roundRect">
            <a:avLst>
              <a:gd name="adj" fmla="val 29412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9472" y="3163824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2025-08-14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47104" y="3081528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部署与可观测性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47104" y="3465576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上线配置、Actuator、Prometheus AI 指标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931920" y="4407408"/>
            <a:ext cx="438912" cy="438912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3440" y="4242816"/>
            <a:ext cx="6903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19472" y="4498848"/>
            <a:ext cx="1371600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4562856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2025-08-26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47104" y="448056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微服务改造完成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547104" y="4864608"/>
            <a:ext cx="4526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Dubbo + Nacos，拆分 user / app / screenshot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663440" y="5779008"/>
            <a:ext cx="6903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昨日 / 近期代码变更：无。以上为最近可用 Git 历史，不代表本周交付。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来源：git log（近 7 天与最近 20 条提交）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METRICS &amp; QUALITY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数据与质量：代码规模可见，生产指标尚未接入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0408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Java 文件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3464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7180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94436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Vue 组件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7492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18464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后端测试类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5236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8A7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2492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@Test 方法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55480" y="1389888"/>
            <a:ext cx="2066544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36192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2/2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665208" y="202996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纯单测实测通过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46920" y="2267712"/>
            <a:ext cx="1883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CodeParserTest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834640"/>
            <a:ext cx="5614416" cy="3163824"/>
          </a:xfrm>
          <a:prstGeom prst="roundRect">
            <a:avLst>
              <a:gd name="adj" fmla="val 2312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  <a:effectLst>
            <a:outerShdw sx="100000" sy="100000" kx="0" ky="0" algn="bl" rotWithShape="0" blurRad="25400" dist="50800" dir="2700000">
              <a:srgbClr val="315B67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8952" y="2999232"/>
            <a:ext cx="73152" cy="2834640"/>
          </a:xfrm>
          <a:prstGeom prst="roundRect">
            <a:avLst>
              <a:gd name="adj" fmla="val 37500"/>
            </a:avLst>
          </a:prstGeom>
          <a:solidFill>
            <a:srgbClr val="168A7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2688" y="313639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 / CI 现状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32688" y="3703320"/>
            <a:ext cx="219456" cy="21945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07592" y="368503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单体测试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36850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部分可运行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32688" y="4197096"/>
            <a:ext cx="219456" cy="219456"/>
          </a:xfrm>
          <a:prstGeom prst="ellipse">
            <a:avLst/>
          </a:prstGeom>
          <a:solidFill>
            <a:srgbClr val="E76F5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07592" y="417880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微服务测试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834640" y="417880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个测试文件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32688" y="4690872"/>
            <a:ext cx="219456" cy="219456"/>
          </a:xfrm>
          <a:prstGeom prst="ellipse">
            <a:avLst/>
          </a:prstGeom>
          <a:solidFill>
            <a:srgbClr val="E76F5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07592" y="467258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前端测试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834640" y="467258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未配置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32688" y="5184648"/>
            <a:ext cx="219456" cy="219456"/>
          </a:xfrm>
          <a:prstGeom prst="ellipse">
            <a:avLst/>
          </a:prstGeom>
          <a:solidFill>
            <a:srgbClr val="E76F5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07592" y="516636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项目测试 CI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834640" y="516636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未配置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537960" y="2834640"/>
            <a:ext cx="5056632" cy="3163824"/>
          </a:xfrm>
          <a:prstGeom prst="roundRect">
            <a:avLst>
              <a:gd name="adj" fmla="val 2312"/>
            </a:avLst>
          </a:prstGeom>
          <a:solidFill>
            <a:srgbClr val="065A82"/>
          </a:solidFill>
          <a:ln w="10160">
            <a:solidFill>
              <a:srgbClr val="06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03720" y="3163824"/>
            <a:ext cx="4325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尚缺少的生产数据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6903720" y="3639312"/>
            <a:ext cx="4251960" cy="16642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生成成功率与平均端到端耗时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Token 消耗、模型费用与缓存命中率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部署成功率、预览可用率与截图成功率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2F6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活跃用户、生成应用数与二次编辑率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903720" y="5422392"/>
            <a:ext cx="3858768" cy="310896"/>
          </a:xfrm>
          <a:prstGeom prst="roundRect">
            <a:avLst>
              <a:gd name="adj" fmla="val 29412"/>
            </a:avLst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03720" y="5486400"/>
            <a:ext cx="38587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现有 Prometheus 指标仅覆盖单体 AI 调用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来源：文件计数、src/test、package.json、CI 配置检查；未推断未知通过率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&amp; GAPS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未完成项与风险：优先处理集成和可验证性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4630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C94C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1755648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181965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高风险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84248" y="1773936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双轨架构未收口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05256" y="23408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前端仍走单体；微服务缺 Gateway、统一入口与主链路验证。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05256" y="30358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4C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影响：发布路径与维护边界不清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99632" y="14630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C94C4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0528" y="1755648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0528" y="181965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高风险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1773936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测试门禁缺失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10528" y="234086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无项目测试 CI；多数后端测试依赖 MySQL、Redis、AI Key 与浏览器。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10528" y="30358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4C4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影响：回归风险无法量化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730752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F4A2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256" y="4023360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408736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中风险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84248" y="4041648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工作流未产品化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5256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素材收集、质检、构建节点停留在演示 API，前端未接入。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5256" y="530352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影响：高级能力难以形成用户价值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99632" y="3730752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F4A2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4023360"/>
            <a:ext cx="841248" cy="310896"/>
          </a:xfrm>
          <a:prstGeom prst="roundRect">
            <a:avLst>
              <a:gd name="adj" fmla="val 29412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0528" y="4087368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中风险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589520" y="4041648"/>
            <a:ext cx="3584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环境与依赖脆弱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510528" y="460857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Node、Chrome、mmdc、Nacos、COS 等外部依赖缺少一键环境说明。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10528" y="530352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影响：部署与排障成本较高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来源：前端 env.ts、微服务目录、测试配置、TODO/FIXME 与运行依赖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5640" y="-731520"/>
            <a:ext cx="2011680" cy="201168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685800" y="5806440"/>
            <a:ext cx="1645920" cy="164592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34747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20" kern="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NEXT MOVES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94360" y="6766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下一步计划：先收口基线，再扩大能力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1109960" y="420624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521208"/>
            <a:ext cx="493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" y="1399032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F2C6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7552" y="1545336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664208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01952" y="156362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确定唯一运行基线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370832" y="1581912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明确单体继续维护或微服务正式切流；同步 README、端口与部署说明。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9808" y="2331720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F2C6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2478024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C94C4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596896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01952" y="249631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建立最小质量门禁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70832" y="2514600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加入后端纯单测、前端 type-check/build；使用测试 Profile 隔离外部依赖。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49808" y="3264408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7552" y="3410712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352958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01952" y="34290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补齐可观测指标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370832" y="3447288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统一采集生成成功率、耗时、Token / 成本、部署与截图结果。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9808" y="4197096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7552" y="4343400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46227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01952" y="436168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产品化工作流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370832" y="4379976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将素材收集、代码质检与构建状态接入现有 SSE 对话页面。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49808" y="5129784"/>
            <a:ext cx="10744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8E2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7552" y="5276088"/>
            <a:ext cx="621792" cy="420624"/>
          </a:xfrm>
          <a:prstGeom prst="roundRect">
            <a:avLst>
              <a:gd name="adj" fmla="val 13043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7552" y="539496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01952" y="52943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治理依赖与配置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370832" y="5312664"/>
            <a:ext cx="665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324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校验 dayjs、模型名、application profile；固化 Node / Chrome / mmdc 环境。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968496" y="6080760"/>
            <a:ext cx="4261104" cy="310896"/>
          </a:xfrm>
          <a:prstGeom prst="roundRect">
            <a:avLst>
              <a:gd name="adj" fmla="val 29412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68496" y="6144768"/>
            <a:ext cx="4261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建议今日决策：确认“单体基线”还是“微服务切流”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C8E2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" y="6547104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78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优先级基于当前集成缺口与回归风险；不包含时间估算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41280" y="6547104"/>
            <a:ext cx="13533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097280"/>
            <a:ext cx="4389120" cy="4389120"/>
          </a:xfrm>
          <a:prstGeom prst="ellipse">
            <a:avLst/>
          </a:prstGeom>
          <a:solidFill>
            <a:srgbClr val="065A82">
              <a:alpha val="8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29800" y="4434840"/>
            <a:ext cx="2926080" cy="2926080"/>
          </a:xfrm>
          <a:prstGeom prst="ellipse">
            <a:avLst/>
          </a:prstGeom>
          <a:solidFill>
            <a:srgbClr val="02C39A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7955280" y="91440"/>
            <a:ext cx="3017520" cy="3017520"/>
          </a:xfrm>
          <a:prstGeom prst="arc">
            <a:avLst/>
          </a:prstGeom>
          <a:solidFill>
            <a:srgbClr val="000000">
              <a:alpha val="0"/>
            </a:srgbClr>
          </a:solidFill>
          <a:ln w="38100">
            <a:solidFill>
              <a:srgbClr val="02C39A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21792"/>
            <a:ext cx="6858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结论与今日关注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710928" y="731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FOCUS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1691640"/>
            <a:ext cx="3401568" cy="2212848"/>
          </a:xfrm>
          <a:prstGeom prst="roundRect">
            <a:avLst>
              <a:gd name="adj" fmla="val 33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81CCD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199339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14884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82496" y="200253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主链路可用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788920"/>
            <a:ext cx="2788920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 → 预览 → 编辑 → 部署 → 下载已在单体架构形成闭环。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25696" y="1691640"/>
            <a:ext cx="3401568" cy="2212848"/>
          </a:xfrm>
          <a:prstGeom prst="roundRect">
            <a:avLst>
              <a:gd name="adj" fmla="val 33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81CCD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0016" y="199339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0016" y="214884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9824" y="200253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演进需要收口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18304" y="2788920"/>
            <a:ext cx="2788920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微服务与 LangGraph 能力已存在，但尚未成为统一产品路径。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93024" y="1691640"/>
            <a:ext cx="3401568" cy="2212848"/>
          </a:xfrm>
          <a:prstGeom prst="roundRect">
            <a:avLst>
              <a:gd name="adj" fmla="val 33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81CCD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67344" y="1993392"/>
            <a:ext cx="566928" cy="5669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67344" y="2148840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17152" y="200253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质量证据不足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485632" y="2788920"/>
            <a:ext cx="2788920" cy="7680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F3F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近 7 天无提交、无测试 CI、生产业务指标尚未沉淀。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" y="4462272"/>
            <a:ext cx="10936224" cy="1298448"/>
          </a:xfrm>
          <a:prstGeom prst="roundRect">
            <a:avLst>
              <a:gd name="adj" fmla="val 5634"/>
            </a:avLst>
          </a:prstGeom>
          <a:solidFill>
            <a:srgbClr val="065A82">
              <a:alpha val="9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73659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建议今日推动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788920" y="473659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确认架构基线    ② 上线最小 CI 门禁    ③ 定义首批生产指标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58368" y="6217920"/>
            <a:ext cx="667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E2E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报告路径：docs/reports/project-status-2026-07-21.pptx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2026-07-21</dc:title>
  <dc:subject>AI 零代码应用生成平台每日项目状态</dc:subject>
  <dc:creator>Cursor Automation</dc:creator>
  <cp:lastModifiedBy>Cursor Automation</cp:lastModifiedBy>
  <cp:revision>1</cp:revision>
  <dcterms:created xsi:type="dcterms:W3CDTF">2026-07-21T09:08:07Z</dcterms:created>
  <dcterms:modified xsi:type="dcterms:W3CDTF">2026-07-21T09:08:07Z</dcterms:modified>
</cp:coreProperties>
</file>