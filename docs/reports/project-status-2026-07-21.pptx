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065A82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434840"/>
            <a:ext cx="2926080" cy="2926080"/>
          </a:xfrm>
          <a:prstGeom prst="ellipse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7955280" y="91440"/>
            <a:ext cx="3017520" cy="3017520"/>
          </a:xfrm>
          <a:prstGeom prst="arc">
            <a:avLst/>
          </a:prstGeom>
          <a:solidFill>
            <a:srgbClr val="21295C">
              <a:alpha val="0"/>
            </a:srgbClr>
          </a:solidFill>
          <a:ln w="381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58368"/>
            <a:ext cx="1874520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2237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维护者 / 团队内部汇报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每日项目状态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DEC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零代码应用生成平台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8368" y="4910328"/>
            <a:ext cx="4983480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D8D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5202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2026-07-21  ·  北京时间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4464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>
                    <a:alpha val="9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36992" y="2907792"/>
            <a:ext cx="36576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以单体主链路为当前基线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微服务与工作流处于能力迁移阶段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项目概览：主链路已成型，演进节奏暂停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910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代码生成模式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322576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 / 多文件 / Vue 工程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82696" y="1444752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5910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92424" y="208483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微服务子模块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4136" y="2322576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 common / model / client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71032" y="1444752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5910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208483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前端核心路由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62472" y="2322576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用户、应用与管理端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59368" y="1444752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15910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769096" y="208483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天提交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50808" y="2322576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最新提交：2025-08-26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907792"/>
            <a:ext cx="6876288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3072384"/>
            <a:ext cx="73152" cy="2825496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当前状态判断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3611880"/>
            <a:ext cx="6144768" cy="20482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单体后端 + Vue 前端已打通生成、预览、编辑、部署、下载主链路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工作流与素材工具已实现，但尚未进入前端主流程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前端仍连接单体 8123；微服务已完成 user / app / screenshot 拆分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仓库近 11 个月无业务提交，当前重点应从扩展转向收口与可验证性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90688" y="2907792"/>
            <a:ext cx="3803904" cy="3154680"/>
          </a:xfrm>
          <a:prstGeom prst="roundRect">
            <a:avLst>
              <a:gd name="adj" fmla="val 2319"/>
            </a:avLst>
          </a:prstGeom>
          <a:solidFill>
            <a:srgbClr val="065A82"/>
          </a:solidFill>
          <a:ln w="1016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325526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一句话结论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156448" y="3822192"/>
            <a:ext cx="3072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3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“能生成”已经成立；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C8F3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下一阶段要证明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C8F3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“稳定、可迁移、可持续”。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156448" y="5404104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546811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主基线：单体架构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93808" y="5404104"/>
            <a:ext cx="1261872" cy="310896"/>
          </a:xfrm>
          <a:prstGeom prst="roundRect">
            <a:avLst>
              <a:gd name="adj" fmla="val 29412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546811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演进：微服务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来源：README、代码目录与 Git 历史（截至 2026-07-21）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REALITY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当前架构：单体承载产品，微服务并行存在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426464"/>
            <a:ext cx="1060704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9047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用户入口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2048256" cy="36210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039112"/>
            <a:ext cx="73152" cy="3291840"/>
          </a:xfrm>
          <a:prstGeom prst="roundRect">
            <a:avLst>
              <a:gd name="adj" fmla="val 37500"/>
            </a:avLst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9456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前端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2724912"/>
            <a:ext cx="1325880" cy="22494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创建应用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对话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实时预览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可视化编辑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 / 下载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后台管理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07792" y="3017520"/>
            <a:ext cx="566928" cy="68580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88" y="1536192"/>
            <a:ext cx="3703320" cy="4343400"/>
          </a:xfrm>
          <a:prstGeom prst="roundRect">
            <a:avLst>
              <a:gd name="adj" fmla="val 1975"/>
            </a:avLst>
          </a:prstGeom>
          <a:solidFill>
            <a:srgbClr val="E6F4F6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883664"/>
            <a:ext cx="2880360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9476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当前产品主路径 · :8123/api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96512" y="2414016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 Boot 单体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133088" y="305409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30358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58384" y="30358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LangChain4j + 三种模式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33088" y="3621024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36027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58384" y="360273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LangGraph4j（演示 API）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33088" y="41879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4169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58384" y="41696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 / 部署 / 截图 / ZIP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33088" y="47548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47365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58384" y="47365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 / 限流 / Prometheus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3017520"/>
            <a:ext cx="566928" cy="68580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1536192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59952" y="1883664"/>
            <a:ext cx="2414016" cy="310896"/>
          </a:xfrm>
          <a:prstGeom prst="roundRect">
            <a:avLst>
              <a:gd name="adj" fmla="val 29412"/>
            </a:avLst>
          </a:prstGeom>
          <a:solidFill>
            <a:srgbClr val="FFE5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1947672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演进路径 · 尚未前端切流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32520" y="241401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Dubbo + Nacos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8842248" y="3044952"/>
            <a:ext cx="2258568" cy="384048"/>
          </a:xfrm>
          <a:prstGeom prst="roundRect">
            <a:avLst>
              <a:gd name="adj" fmla="val 11905"/>
            </a:avLst>
          </a:prstGeom>
          <a:solidFill>
            <a:srgbClr val="EAF6F8"/>
          </a:solidFill>
          <a:ln w="12700">
            <a:solidFill>
              <a:srgbClr val="C8E2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79408" y="3136392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 :8124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842248" y="3602736"/>
            <a:ext cx="2258568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79408" y="369417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 :8125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842248" y="4160520"/>
            <a:ext cx="2258568" cy="384048"/>
          </a:xfrm>
          <a:prstGeom prst="roundRect">
            <a:avLst>
              <a:gd name="adj" fmla="val 11905"/>
            </a:avLst>
          </a:prstGeom>
          <a:solidFill>
            <a:srgbClr val="EAF6F8"/>
          </a:solidFill>
          <a:ln w="12700">
            <a:solidFill>
              <a:srgbClr val="C8E2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79408" y="4251960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依赖库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842248" y="4718304"/>
            <a:ext cx="2258568" cy="384048"/>
          </a:xfrm>
          <a:prstGeom prst="roundRect">
            <a:avLst>
              <a:gd name="adj" fmla="val 11905"/>
            </a:avLst>
          </a:prstGeom>
          <a:solidFill>
            <a:srgbClr val="EAF6F8"/>
          </a:solidFill>
          <a:ln w="12700">
            <a:solidFill>
              <a:srgbClr val="C8E2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79408" y="4809744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screenshot :8127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0" y="54223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缺口：API Gateway、前端对接、工作流与监控迁移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来源：src/、yu-ai-code-mother-microservice/、前端 src/config/env.ts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CAPABILITIES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核心能力：从需求到可分享应用的完整闭环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609344"/>
            <a:ext cx="73152" cy="1609344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65376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01952" y="1828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智能代码生成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01952" y="232257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提示词自动路由  ·  SSE 流式过程可见  ·  工具调用生成 Vue 工程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444752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609344"/>
            <a:ext cx="73152" cy="1609344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8544" y="1865376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07224" y="1828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可视化编辑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07224" y="232257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iframe 实时预览  ·  元素点选与定位  ·  携带上下文再次对话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3867912"/>
            <a:ext cx="73152" cy="1609344"/>
          </a:xfrm>
          <a:prstGeom prst="roundRect">
            <a:avLst>
              <a:gd name="adj" fmla="val 37500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" y="4123944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2976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01952" y="4087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部署与交付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901952" y="4581144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本地部署目录映射  ·  Selenium 自动截图  ·  COS 封面与源码 ZIP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703320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64224" y="3867912"/>
            <a:ext cx="73152" cy="1609344"/>
          </a:xfrm>
          <a:prstGeom prst="roundRect">
            <a:avLst>
              <a:gd name="adj" fmla="val 37500"/>
            </a:avLst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8544" y="4123944"/>
            <a:ext cx="658368" cy="65836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42976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07224" y="4087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企业管理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507224" y="4581144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 / 应用 / 对话管理  ·  精选应用运营  ·  权限、限流与指标采集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来源：README、AppController、AppChatPage、ai/tools、monitor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生成链路：三种策略，共用流式交互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" y="1700784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8366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" y="256032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输入需求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" y="29077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创建应用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55648" y="1847088"/>
            <a:ext cx="457200" cy="393192"/>
          </a:xfrm>
          <a:prstGeom prst="chevron">
            <a:avLst/>
          </a:prstGeom>
          <a:solidFill>
            <a:srgbClr val="C8E2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1700784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188366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88336" y="256032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智能路由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51176" y="29077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选择代码类型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847088"/>
            <a:ext cx="457200" cy="393192"/>
          </a:xfrm>
          <a:prstGeom prst="chevron">
            <a:avLst/>
          </a:prstGeom>
          <a:solidFill>
            <a:srgbClr val="C8E2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0368" y="1700784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188366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6048" y="256032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流式生成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18888" y="29077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文本或工具调用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1847088"/>
            <a:ext cx="457200" cy="393192"/>
          </a:xfrm>
          <a:prstGeom prst="chevron">
            <a:avLst/>
          </a:prstGeom>
          <a:solidFill>
            <a:srgbClr val="C8E2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700784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88366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0" y="256032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 / 构建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9077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落盘与 Vue build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58784" y="1847088"/>
            <a:ext cx="457200" cy="393192"/>
          </a:xfrm>
          <a:prstGeom prst="chevron">
            <a:avLst/>
          </a:prstGeom>
          <a:solidFill>
            <a:srgbClr val="C8E2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5792" y="1700784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5792" y="188366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91472" y="256032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预览交付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54312" y="29077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编辑、部署、下载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" y="3794760"/>
            <a:ext cx="34564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4069080"/>
            <a:ext cx="1225296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1330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40965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快速单页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0976" y="47731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流式文本 → 解析 → index.html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70832" y="3794760"/>
            <a:ext cx="34564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4069080"/>
            <a:ext cx="1225296" cy="310896"/>
          </a:xfrm>
          <a:prstGeom prst="roundRect">
            <a:avLst>
              <a:gd name="adj" fmla="val 29412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1330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MULTI_FILE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40965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原生多文件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26864" y="47731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 / CSS / JS 分文件落盘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46720" y="3794760"/>
            <a:ext cx="34564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02752" y="4069080"/>
            <a:ext cx="1225296" cy="310896"/>
          </a:xfrm>
          <a:prstGeom prst="roundRect">
            <a:avLst>
              <a:gd name="adj" fmla="val 29412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2752" y="41330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VUE_PROJECT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29216" y="40965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复杂工程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02752" y="477316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文件工具调用 → npm 构建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977640" y="5779008"/>
            <a:ext cx="4242816" cy="310896"/>
          </a:xfrm>
          <a:prstGeom prst="roundRect">
            <a:avLst>
              <a:gd name="adj" fmla="val 29412"/>
            </a:avLst>
          </a:prstGeom>
          <a:solidFill>
            <a:srgbClr val="FFE5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5843016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工作流链路已实现但未接入前端主流程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来源：AiCodeGeneratorFacade、AiCodeGeneratorServiceFactory、AppChatPage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近期进展：7 天无变更，最近里程碑为微服务改造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788920" cy="4507992"/>
          </a:xfrm>
          <a:prstGeom prst="roundRect">
            <a:avLst>
              <a:gd name="adj" fmla="val 2623"/>
            </a:avLst>
          </a:prstGeom>
          <a:solidFill>
            <a:srgbClr val="21295C"/>
          </a:solidFill>
          <a:ln w="1016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10512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60120" y="2770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天提交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355848"/>
            <a:ext cx="187452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94176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F4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最新提交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6F4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2025-08-26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6F4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893918c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5193792"/>
            <a:ext cx="2139696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57800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11 个月无业务更新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51376" y="1700784"/>
            <a:ext cx="0" cy="3858768"/>
          </a:xfrm>
          <a:prstGeom prst="line">
            <a:avLst/>
          </a:prstGeom>
          <a:noFill/>
          <a:ln w="50800">
            <a:solidFill>
              <a:srgbClr val="C8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609344"/>
            <a:ext cx="438912" cy="43891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44752"/>
            <a:ext cx="6903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700784"/>
            <a:ext cx="1371600" cy="310896"/>
          </a:xfrm>
          <a:prstGeom prst="roundRect">
            <a:avLst>
              <a:gd name="adj" fmla="val 29412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647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47104" y="168249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性能与安全优化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2066544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并发、缓存、限流、Prompt 审查、成本优化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3008376"/>
            <a:ext cx="438912" cy="43891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43784"/>
            <a:ext cx="6903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3099816"/>
            <a:ext cx="1371600" cy="310896"/>
          </a:xfrm>
          <a:prstGeom prst="roundRect">
            <a:avLst>
              <a:gd name="adj" fmla="val 29412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1638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47104" y="3081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部署与可观测性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47104" y="3465576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上线配置、Actuator、Prometheus AI 指标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1920" y="4407408"/>
            <a:ext cx="438912" cy="43891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242816"/>
            <a:ext cx="6903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4498848"/>
            <a:ext cx="1371600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45628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47104" y="44805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微服务改造完成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47104" y="4864608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Dubbo + Nacos，拆分 user / app / screenshot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577900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昨日 / 近期代码变更：无。以上为最近可用 Git 历史，不代表本周交付。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来源：git log（近 7 天与最近 20 条提交）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数据与质量：代码规模可见，生产指标尚未接入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361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20299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 文件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38988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5361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44368" y="20299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组件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38988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5361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184648" y="20299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后端测试类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38988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5361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8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24928" y="20299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@Test 方法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55480" y="138988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5361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65208" y="20299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纯单测实测通过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46920" y="2267712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CodeParserTest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834640"/>
            <a:ext cx="5614416" cy="3163824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  <a:effectLst>
            <a:outerShdw sx="100000" sy="100000" kx="0" ky="0" algn="bl" rotWithShape="0" blurRad="25400" dist="50800" dir="2700000">
              <a:srgbClr val="315B6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2999232"/>
            <a:ext cx="73152" cy="2834640"/>
          </a:xfrm>
          <a:prstGeom prst="roundRect">
            <a:avLst>
              <a:gd name="adj" fmla="val 37500"/>
            </a:avLst>
          </a:prstGeom>
          <a:solidFill>
            <a:srgbClr val="168A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1363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/ CI 现状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32688" y="3703320"/>
            <a:ext cx="219456" cy="21945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7592" y="3685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单体测试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36850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部分可运行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32688" y="4197096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7592" y="4178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微服务测试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41788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个测试文件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4690872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07592" y="46725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前端测试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834640" y="467258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未配置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5184648"/>
            <a:ext cx="219456" cy="21945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7592" y="51663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项目测试 CI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34640" y="516636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未配置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37960" y="2834640"/>
            <a:ext cx="5056632" cy="3163824"/>
          </a:xfrm>
          <a:prstGeom prst="roundRect">
            <a:avLst>
              <a:gd name="adj" fmla="val 2312"/>
            </a:avLst>
          </a:prstGeom>
          <a:solidFill>
            <a:srgbClr val="065A82"/>
          </a:solidFill>
          <a:ln w="1016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3163824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尚缺少的生产数据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903720" y="3639312"/>
            <a:ext cx="4251960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F6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生成成功率与平均端到端耗时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F6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消耗、模型费用与缓存命中率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F6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部署成功率、预览可用率与截图成功率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F6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活跃用户、生成应用数与二次编辑率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903720" y="5422392"/>
            <a:ext cx="3858768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5486400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Prometheus 指标仅覆盖单体 AI 调用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来源：文件计数、src/test、package.json、CI 配置检查；未推断未知通过率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GAPS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未完成项与风险：优先处理集成和可验证性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C94C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75564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C9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196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高风险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84248" y="177393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双轨架构未收口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5256" y="2340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前端仍走单体；微服务缺 Gateway、统一入口与主链路验证。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" y="30358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C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影响：发布路径与维护边界不清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463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C94C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75564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C9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8196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高风险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177393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测试门禁缺失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10528" y="2340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无项目测试 CI；多数后端测试依赖 MySQL、Redis、AI Key 与浏览器。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30358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C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影响：回归风险无法量化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" y="4023360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08736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中风险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84248" y="404164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工作流未产品化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5256" y="4608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素材收集、质检、构建节点停留在演示 API，前端未接入。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" y="53035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影响：高级能力难以形成用户价值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9632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4023360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408736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中风险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404164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环境与依赖脆弱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10528" y="4608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Node、Chrome、mmdc、Nacos、COS 等外部依赖缺少一键环境说明。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53035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影响：部署与排障成本较高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来源：前端 env.ts、微服务目录、测试配置、TODO/FIXME 与运行依赖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731520"/>
            <a:ext cx="2011680" cy="20116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80644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MOVES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下一步计划：先收口基线，再扩大能力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109960" y="4206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5212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399032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F2C6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45336"/>
            <a:ext cx="621792" cy="420624"/>
          </a:xfrm>
          <a:prstGeom prst="roundRect">
            <a:avLst>
              <a:gd name="adj" fmla="val 13043"/>
            </a:avLst>
          </a:prstGeom>
          <a:solidFill>
            <a:srgbClr val="C9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642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1563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确定唯一运行基线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70832" y="1581912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明确单体继续维护或微服务正式切流；同步 README、端口与部署说明。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233172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F2C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2478024"/>
            <a:ext cx="621792" cy="420624"/>
          </a:xfrm>
          <a:prstGeom prst="roundRect">
            <a:avLst>
              <a:gd name="adj" fmla="val 13043"/>
            </a:avLst>
          </a:prstGeom>
          <a:solidFill>
            <a:srgbClr val="C9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9689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2496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建立最小质量门禁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70832" y="2514600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加入后端纯单测、前端 type-check/build；使用测试 Profile 隔离外部依赖。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3264408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3410712"/>
            <a:ext cx="621792" cy="420624"/>
          </a:xfrm>
          <a:prstGeom prst="roundRect">
            <a:avLst>
              <a:gd name="adj" fmla="val 13043"/>
            </a:avLst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52958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34290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补齐可观测指标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70832" y="3447288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统一采集生成成功率、耗时、Token / 成本、部署与截图结果。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4197096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4343400"/>
            <a:ext cx="621792" cy="420624"/>
          </a:xfrm>
          <a:prstGeom prst="roundRect">
            <a:avLst>
              <a:gd name="adj" fmla="val 13043"/>
            </a:avLst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46227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01952" y="43616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产品化工作流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370832" y="4379976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将素材收集、代码质检与构建状态接入现有 SSE 对话页面。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" y="5129784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C8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5276088"/>
            <a:ext cx="621792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39496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01952" y="52943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治理依赖与配置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370832" y="5312664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校验 dayjs、模型名、application profile；固化 Node / Chrome / mmdc 环境。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968496" y="6080760"/>
            <a:ext cx="4261104" cy="310896"/>
          </a:xfrm>
          <a:prstGeom prst="roundRect">
            <a:avLst>
              <a:gd name="adj" fmla="val 2941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68496" y="6144768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建议今日决策：确认“单体基线”还是“微服务切流”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C8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54710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优先级基于当前集成缺口与回归风险；不包含时间估算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1280" y="654710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065A82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434840"/>
            <a:ext cx="2926080" cy="2926080"/>
          </a:xfrm>
          <a:prstGeom prst="ellipse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7955280" y="91440"/>
            <a:ext cx="3017520" cy="3017520"/>
          </a:xfrm>
          <a:prstGeom prst="arc">
            <a:avLst/>
          </a:prstGeom>
          <a:solidFill>
            <a:srgbClr val="21295C">
              <a:alpha val="0"/>
            </a:srgbClr>
          </a:solidFill>
          <a:ln w="381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结论与今日关注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710928" y="731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1CCD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99339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488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82496" y="20025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主链路可用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788920"/>
            <a:ext cx="278892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→ 预览 → 编辑 → 部署 → 下载已在单体架构形成闭环。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5696" y="1691640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1CCD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1993392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1488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9824" y="20025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演进需要收口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18304" y="2788920"/>
            <a:ext cx="278892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微服务与 LangGraph 能力已存在，但尚未成为统一产品路径。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3024" y="1691640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1CCD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7344" y="1993392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21488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152" y="20025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质量证据不足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85632" y="2788920"/>
            <a:ext cx="278892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天无提交、无测试 CI、生产业务指标尚未沉淀。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4462272"/>
            <a:ext cx="10936224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736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建议今日推动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788920" y="47365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确认架构基线    ② 上线最小 CI 门禁    ③ 定义首批生产指标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" y="621792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2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报告路径：docs/reports/project-status-2026-07-21.pptx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2026-07-21</dc:title>
  <dc:subject>AI 零代码应用生成平台每日项目状态</dc:subject>
  <dc:creator>Cursor Automation</dc:creator>
  <cp:lastModifiedBy>Cursor Automation</cp:lastModifiedBy>
  <cp:revision>1</cp:revision>
  <dcterms:created xsi:type="dcterms:W3CDTF">2026-07-21T09:09:54Z</dcterms:created>
  <dcterms:modified xsi:type="dcterms:W3CDTF">2026-07-21T09:09:54Z</dcterms:modified>
</cp:coreProperties>
</file>