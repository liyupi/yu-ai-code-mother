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提交数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33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2025-07</c:v>
                  </c:pt>
                  <c:pt idx="1">
                    <c:v>2025-08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33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3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4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33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-1645920"/>
            <a:ext cx="3291840" cy="3291840"/>
          </a:xfrm>
          <a:prstGeom prst="ellipse">
            <a:avLst/>
          </a:prstGeom>
          <a:solidFill>
            <a:srgbClr val="028090">
              <a:alpha val="4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074920"/>
            <a:ext cx="2194560" cy="2194560"/>
          </a:xfrm>
          <a:prstGeom prst="ellipse">
            <a:avLst/>
          </a:prstGeom>
          <a:solidFill>
            <a:srgbClr val="02C39A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  ·  INTERNAL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AI 零代码应用生成平台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3246120" cy="402336"/>
          </a:xfrm>
          <a:prstGeom prst="roundRect">
            <a:avLst>
              <a:gd name="adj" fmla="val 18182"/>
            </a:avLst>
          </a:prstGeom>
          <a:solidFill>
            <a:srgbClr val="014F5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97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面向维护者 / 研发团队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697480"/>
            <a:ext cx="3246120" cy="402336"/>
          </a:xfrm>
          <a:prstGeom prst="roundRect">
            <a:avLst>
              <a:gd name="adj" fmla="val 18182"/>
            </a:avLst>
          </a:prstGeom>
          <a:solidFill>
            <a:srgbClr val="014F56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697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 2026-08-25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55280" y="2697480"/>
            <a:ext cx="3246120" cy="402336"/>
          </a:xfrm>
          <a:prstGeom prst="roundRect">
            <a:avLst>
              <a:gd name="adj" fmla="val 18182"/>
            </a:avLst>
          </a:prstGeom>
          <a:solidFill>
            <a:srgbClr val="014F5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2697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代码基线 第 14 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10128"/>
            <a:ext cx="10561320" cy="228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" y="4187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35204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4187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未关闭 Issue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35040" y="35204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35040" y="4187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历史提交总数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32520" y="35204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双轨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732520" y="4187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10561320" cy="1051560"/>
          </a:xfrm>
          <a:prstGeom prst="roundRect">
            <a:avLst>
              <a:gd name="adj" fmla="val 6957"/>
            </a:avLst>
          </a:prstGeom>
          <a:solidFill>
            <a:srgbClr val="014F56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54880"/>
            <a:ext cx="10104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仓库自 2025-08-26 起无新业务提交。本日汇报聚焦基线健康度、社区阻塞与建议动作，不编造线上运行指标。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105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572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今日要点速览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005840" y="84124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README、模块目录、git 历史与 GitHub Issue 的当日扫描结论。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23444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1234440"/>
            <a:ext cx="91440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9"/>
          <p:cNvSpPr/>
          <p:nvPr/>
        </p:nvSpPr>
        <p:spPr>
          <a:xfrm>
            <a:off x="795528" y="149047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57276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149047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仓库静默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95528" y="20756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日、近 30 日均为 0 次提交。最近一次业务提交仍是 2025-08-26「教程第 14 期 - 微服务改造完成」。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72200" y="123444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234440"/>
            <a:ext cx="91440" cy="22860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8" name="Shape 14"/>
          <p:cNvSpPr/>
          <p:nvPr/>
        </p:nvSpPr>
        <p:spPr>
          <a:xfrm>
            <a:off x="6464808" y="1490472"/>
            <a:ext cx="402336" cy="402336"/>
          </a:xfrm>
          <a:prstGeom prst="ellipse">
            <a:avLst/>
          </a:prstGeom>
          <a:solidFill>
            <a:srgbClr val="C0562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57276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149047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社区阻塞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464808" y="20756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个未关闭 Issue：前端 npm 镜像安装失败、Vue 生成缺少 reasoning_content 字段、You.com 联网搜索提案。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02920" y="374904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920" y="3749040"/>
            <a:ext cx="91440" cy="2286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Shape 19"/>
          <p:cNvSpPr/>
          <p:nvPr/>
        </p:nvSpPr>
        <p:spPr>
          <a:xfrm>
            <a:off x="795528" y="400507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08736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400507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能力已齐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795528" y="4590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智能生成、可视化编辑、一键部署、后台管理与可观测性均已落在第 11–14 期基线中。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6172200" y="374904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172200" y="3749040"/>
            <a:ext cx="91440" cy="2286000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30" name="Shape 24"/>
          <p:cNvSpPr/>
          <p:nvPr/>
        </p:nvSpPr>
        <p:spPr>
          <a:xfrm>
            <a:off x="6464808" y="4005072"/>
            <a:ext cx="402336" cy="402336"/>
          </a:xfrm>
          <a:prstGeom prst="ellipse">
            <a:avLst/>
          </a:prstGeom>
          <a:solidFill>
            <a:srgbClr val="014F5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4087368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95160" y="400507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工程缺口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6464808" y="4590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仓库无构建/测试 CI。15 个 Java 测试类偏集成向；前端仅有 lint 与 type-check，本环境无线上指标。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105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572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024128"/>
            <a:ext cx="6720840" cy="5230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1024128"/>
            <a:ext cx="672084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20700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定位与交付形态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31520" y="159105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AI 开发实战与后端架构设计为核心的教学仓库：用户描述需求后，平台完成策略路由、工具调用、流式生成、预览编辑与云端部署。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1520" y="2450592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F4FBFA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4505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作者形态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86000" y="245059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程序员鱼皮教学项目，含视频与文字教程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31520" y="2962656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F4FBFA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9626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后端栈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286000" y="296265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3.5.4 · Java 21 · LangChain4j 1.1.0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" y="347472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F4FBFA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4747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286000" y="347472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1.6.0-rc2 工作流与工具调用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31520" y="3986784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F4FBFA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9867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前端栈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286000" y="398678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3.5 · TypeScript · Ant Design Vue · Vite 7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31520" y="4498848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F4FBFA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44988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286000" y="449884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Redis Session · Caffeine 多级缓存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731520" y="5010912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F4FBFA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" y="50109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286000" y="50109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Alibaba · Dubbo 3.3 · Nacos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731520" y="5522976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F4FBFA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55229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286000" y="552297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· Prometheus · Grafana AI 看板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452360" y="1024128"/>
            <a:ext cx="4206240" cy="5230368"/>
          </a:xfrm>
          <a:prstGeom prst="rect">
            <a:avLst/>
          </a:prstGeom>
          <a:solidFill>
            <a:srgbClr val="014F56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452360" y="1024128"/>
            <a:ext cx="420624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6" name="Text 33"/>
          <p:cNvSpPr/>
          <p:nvPr/>
        </p:nvSpPr>
        <p:spPr>
          <a:xfrm>
            <a:off x="7680960" y="12070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仓库结构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7680960" y="1691640"/>
            <a:ext cx="3794760" cy="749808"/>
          </a:xfrm>
          <a:prstGeom prst="roundRect">
            <a:avLst>
              <a:gd name="adj" fmla="val 8537"/>
            </a:avLst>
          </a:prstGeom>
          <a:solidFill>
            <a:srgbClr val="012A32"/>
          </a:solidFill>
          <a:ln/>
        </p:spPr>
      </p:sp>
      <p:sp>
        <p:nvSpPr>
          <p:cNvPr id="38" name="Text 35"/>
          <p:cNvSpPr/>
          <p:nvPr/>
        </p:nvSpPr>
        <p:spPr>
          <a:xfrm>
            <a:off x="7845552" y="17647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845552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单体后端，完整可运行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7680960" y="2551176"/>
            <a:ext cx="3794760" cy="749808"/>
          </a:xfrm>
          <a:prstGeom prst="roundRect">
            <a:avLst>
              <a:gd name="adj" fmla="val 8537"/>
            </a:avLst>
          </a:prstGeom>
          <a:solidFill>
            <a:srgbClr val="012A32"/>
          </a:solidFill>
          <a:ln/>
        </p:spPr>
      </p:sp>
      <p:sp>
        <p:nvSpPr>
          <p:cNvPr id="41" name="Text 38"/>
          <p:cNvSpPr/>
          <p:nvPr/>
        </p:nvSpPr>
        <p:spPr>
          <a:xfrm>
            <a:off x="7845552" y="2624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7845552" y="2916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用户端与管理后台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680960" y="3410712"/>
            <a:ext cx="3794760" cy="749808"/>
          </a:xfrm>
          <a:prstGeom prst="roundRect">
            <a:avLst>
              <a:gd name="adj" fmla="val 8537"/>
            </a:avLst>
          </a:prstGeom>
          <a:solidFill>
            <a:srgbClr val="012A32"/>
          </a:solidFill>
          <a:ln/>
        </p:spPr>
      </p:sp>
      <p:sp>
        <p:nvSpPr>
          <p:cNvPr id="44" name="Text 41"/>
          <p:cNvSpPr/>
          <p:nvPr/>
        </p:nvSpPr>
        <p:spPr>
          <a:xfrm>
            <a:off x="7845552" y="34838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microservice/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7845552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拆分为 7 个服务模块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7680960" y="4270248"/>
            <a:ext cx="3794760" cy="749808"/>
          </a:xfrm>
          <a:prstGeom prst="roundRect">
            <a:avLst>
              <a:gd name="adj" fmla="val 8537"/>
            </a:avLst>
          </a:prstGeom>
          <a:solidFill>
            <a:srgbClr val="012A32"/>
          </a:solidFill>
          <a:ln/>
        </p:spPr>
      </p:sp>
      <p:sp>
        <p:nvSpPr>
          <p:cNvPr id="47" name="Text 44"/>
          <p:cNvSpPr/>
          <p:nvPr/>
        </p:nvSpPr>
        <p:spPr>
          <a:xfrm>
            <a:off x="7845552" y="4343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7845552" y="4636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用户、应用、对话三张表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7680960" y="5129784"/>
            <a:ext cx="3794760" cy="749808"/>
          </a:xfrm>
          <a:prstGeom prst="roundRect">
            <a:avLst>
              <a:gd name="adj" fmla="val 8537"/>
            </a:avLst>
          </a:prstGeom>
          <a:solidFill>
            <a:srgbClr val="012A32"/>
          </a:solidFill>
          <a:ln/>
        </p:spPr>
      </p:sp>
      <p:sp>
        <p:nvSpPr>
          <p:cNvPr id="50" name="Text 47"/>
          <p:cNvSpPr/>
          <p:nvPr/>
        </p:nvSpPr>
        <p:spPr>
          <a:xfrm>
            <a:off x="7845552" y="52029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grafana/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7845552" y="5495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模型监控看板配置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105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572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024128"/>
            <a:ext cx="539496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1024128"/>
            <a:ext cx="539496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114300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22529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16152" y="114300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58952" y="1828800"/>
            <a:ext cx="4892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需求描述后自动路由 HTML、多文件或 Vue 工程。LangChain4j 工具写改文件，SSE 流式回传。LangGraph 覆盖路由、增强、质检与构建。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172200" y="1024128"/>
            <a:ext cx="539496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1024128"/>
            <a:ext cx="539496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Shape 13"/>
          <p:cNvSpPr/>
          <p:nvPr/>
        </p:nvSpPr>
        <p:spPr>
          <a:xfrm>
            <a:off x="6355080" y="114300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22529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85432" y="114300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428232" y="1828800"/>
            <a:ext cx="4892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生成结果即时预览。点选页面元素后继续与 AI 对话改稿。对话历史按应用做游标分页。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02920" y="3657600"/>
            <a:ext cx="539496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02920" y="3657600"/>
            <a:ext cx="539496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77647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85876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16152" y="377647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58952" y="4462272"/>
            <a:ext cx="4892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一键部署到云端，Selenium 自动截封面。对象存储给出可分享地址。支持完整项目源码打包下载。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172200" y="3657600"/>
            <a:ext cx="539496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72200" y="3657600"/>
            <a:ext cx="539496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Shape 23"/>
          <p:cNvSpPr/>
          <p:nvPr/>
        </p:nvSpPr>
        <p:spPr>
          <a:xfrm>
            <a:off x="6355080" y="377647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3858768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85432" y="377647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6428232" y="4462272"/>
            <a:ext cx="4892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用户、应用、对话后台。精选应用与优先级。限流、Prompt 审查与 AI 调用监控。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105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572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技术架构与模块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024128"/>
            <a:ext cx="5440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1133856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单体后端包结构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85800" y="1554480"/>
            <a:ext cx="9144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155448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34640" y="155448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生成策略、文件工具、护栏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2103120"/>
            <a:ext cx="9144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210312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834640" y="210312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工作流节点与并发子图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2651760"/>
            <a:ext cx="9144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265176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834640" y="265176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解析、保存、构建、流式处理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" y="3200400"/>
            <a:ext cx="9144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320040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834640" y="32004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应用、用户、对话、工作流 SSE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85800" y="3749040"/>
            <a:ext cx="9144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37490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ratelimter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834640" y="37490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用户级限流，对话 5 次/分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85800" y="4297680"/>
            <a:ext cx="91440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429768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834640" y="429768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模型指标采集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17920" y="1024128"/>
            <a:ext cx="54406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400800" y="1133856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微服务拆分（第 14 期）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6400800" y="1572768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4FBFA"/>
          </a:solidFill>
          <a:ln/>
        </p:spPr>
      </p:sp>
      <p:sp>
        <p:nvSpPr>
          <p:cNvPr id="32" name="Text 29"/>
          <p:cNvSpPr/>
          <p:nvPr/>
        </p:nvSpPr>
        <p:spPr>
          <a:xfrm>
            <a:off x="6565392" y="160934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565392" y="18470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公共能力与内部接口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0" y="2212848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4FBFA"/>
          </a:solidFill>
          <a:ln/>
        </p:spPr>
      </p:sp>
      <p:sp>
        <p:nvSpPr>
          <p:cNvPr id="35" name="Text 32"/>
          <p:cNvSpPr/>
          <p:nvPr/>
        </p:nvSpPr>
        <p:spPr>
          <a:xfrm>
            <a:off x="6565392" y="224942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565392" y="24871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账号与会话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400800" y="2852928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4FBFA"/>
          </a:solidFill>
          <a:ln/>
        </p:spPr>
      </p:sp>
      <p:sp>
        <p:nvSpPr>
          <p:cNvPr id="38" name="Text 35"/>
          <p:cNvSpPr/>
          <p:nvPr/>
        </p:nvSpPr>
        <p:spPr>
          <a:xfrm>
            <a:off x="6565392" y="288950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565392" y="31272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应用生成主链路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400800" y="3493008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4FBFA"/>
          </a:solidFill>
          <a:ln/>
        </p:spPr>
      </p:sp>
      <p:sp>
        <p:nvSpPr>
          <p:cNvPr id="41" name="Text 38"/>
          <p:cNvSpPr/>
          <p:nvPr/>
        </p:nvSpPr>
        <p:spPr>
          <a:xfrm>
            <a:off x="6565392" y="35295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565392" y="3767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模型、工具、工作流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400800" y="4133088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4FBFA"/>
          </a:solidFill>
          <a:ln/>
        </p:spPr>
      </p:sp>
      <p:sp>
        <p:nvSpPr>
          <p:cNvPr id="44" name="Text 41"/>
          <p:cNvSpPr/>
          <p:nvPr/>
        </p:nvSpPr>
        <p:spPr>
          <a:xfrm>
            <a:off x="6565392" y="41696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565392" y="44074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网页截图独立服务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02920" y="5138928"/>
            <a:ext cx="11155680" cy="1170432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7" name="Text 44"/>
          <p:cNvSpPr/>
          <p:nvPr/>
        </p:nvSpPr>
        <p:spPr>
          <a:xfrm>
            <a:off x="731520" y="523036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维护提示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731520" y="550468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期中间态提交曾改动单体代码，官方说明不要单独使用。对外以最终提交 893918c 为准。单体 Spring Boot 为 3.5.4，微服务父工程为 3.5.3，存在版本差。ratelimter 为源码目录原名。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105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572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024128"/>
            <a:ext cx="3794760" cy="5230368"/>
          </a:xfrm>
          <a:prstGeom prst="rect">
            <a:avLst/>
          </a:prstGeom>
          <a:solidFill>
            <a:srgbClr val="014F56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12070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149961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731520" y="2286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业务代码提交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274320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最近一次提交距今约 12 个月。本日无合并、无发布。社区最近活动是 2026-08-11 的 Issue 81：npm 安装失败，尚无评论。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1520" y="43434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012A32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480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基线锚点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4791456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893918c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期微服务改造完成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26280" y="1024128"/>
            <a:ext cx="71323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26280" y="1024128"/>
            <a:ext cx="91440" cy="1170432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9" name="Text 16"/>
          <p:cNvSpPr/>
          <p:nvPr/>
        </p:nvSpPr>
        <p:spPr>
          <a:xfrm>
            <a:off x="4800600" y="1170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58000" y="11521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81 打开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00600" y="1517904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清华 npm 镜像缺少 @vitejs/plugin-vue@6，前端无法安装。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2359152"/>
            <a:ext cx="71323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26280" y="2359152"/>
            <a:ext cx="91440" cy="1170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1"/>
          <p:cNvSpPr/>
          <p:nvPr/>
        </p:nvSpPr>
        <p:spPr>
          <a:xfrm>
            <a:off x="4800600" y="25054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2026-07-26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5800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65 提案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800600" y="2852928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建议新增 You.com 搜索工具，仅对 Vue 工程生成生效。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526280" y="3694176"/>
            <a:ext cx="71323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26280" y="3694176"/>
            <a:ext cx="91440" cy="1170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6"/>
          <p:cNvSpPr/>
          <p:nvPr/>
        </p:nvSpPr>
        <p:spPr>
          <a:xfrm>
            <a:off x="4800600" y="3840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858000" y="3822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14 期完成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800600" y="4187952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用户、应用、AI、截图服务拆分，Dubbo 与 Nacos 打通。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4526280" y="5029200"/>
            <a:ext cx="71323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26280" y="5029200"/>
            <a:ext cx="91440" cy="1170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Text 31"/>
          <p:cNvSpPr/>
          <p:nvPr/>
        </p:nvSpPr>
        <p:spPr>
          <a:xfrm>
            <a:off x="4800600" y="51755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858000" y="51572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11–13 期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800600" y="5522976"/>
            <a:ext cx="6629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限流、Prompt 审查、缓存与并发、成本、部署、Prometheus。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105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572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024128"/>
            <a:ext cx="212140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1097280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88920" y="1024128"/>
            <a:ext cx="212140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88920" y="1097280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386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788920" y="171907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跟踪文件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74920" y="1024128"/>
            <a:ext cx="212140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74920" y="1097280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074920" y="171907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源文件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60920" y="1024128"/>
            <a:ext cx="212140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60920" y="1097280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360920" y="171907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页面组件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646920" y="1024128"/>
            <a:ext cx="212140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646920" y="1097280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9646920" y="171907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测试类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02920" y="2377440"/>
            <a:ext cx="6903720" cy="38770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13232" y="250545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提交节奏（仓库全量，按月）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13232" y="279806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 之后至本次汇报日提交数为 0，故图中只画有提交的两个月。</a:t>
            </a:r>
            <a:endParaRPr lang="en-US" sz="12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40080" y="3035808"/>
          <a:ext cx="65836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7635240" y="2377440"/>
            <a:ext cx="4023360" cy="38770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7818120" y="2505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质量与运行状态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7818120" y="28895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 CI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7818120" y="31089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GitHub Actions 工作流。2026-03 仅有 Copilot 访问检查，不能代表构建质量。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7818120" y="3694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7818120" y="391363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个测试类覆盖路由、解析、工作流与截图；多数依赖真实模型或外网，本环境未执行。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7818120" y="4498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线上指标说明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7818120" y="47183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与 Grafana 配置已在仓库。本汇报环境无线上 QPS、Token、错误率，故不填写数字。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7818120" y="5303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结构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7818120" y="552297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 7 个 Issue：4 已关闭、3 仍打开。打开项均无负责人。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105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572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024128"/>
            <a:ext cx="11155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1024128"/>
            <a:ext cx="91440" cy="118872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140817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B42318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14081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54480" y="11521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00400" y="11338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生成缺失 reasoning_content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54480" y="1481328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推理接口升级后，工具调用二次请求必须带回推理字段。社区反馈换模型可绕过；LangChain4j 侧尚未合入修复，影响 Vue 工程主路径。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2350008"/>
            <a:ext cx="11155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" y="2350008"/>
            <a:ext cx="91440" cy="118872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8" name="Shape 15"/>
          <p:cNvSpPr/>
          <p:nvPr/>
        </p:nvSpPr>
        <p:spPr>
          <a:xfrm>
            <a:off x="749808" y="273405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B42318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27340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54480" y="24780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81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00400" y="24597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npm install 在镜像源返回 404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54480" y="2807208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按教程配置清华 npm 镜像后，@vitejs/plugin-vue@6 不存在。学习者无法启动前端，文档未给出可用镜像或官方源回退步骤。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02920" y="3675888"/>
            <a:ext cx="11155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02920" y="3675888"/>
            <a:ext cx="91440" cy="118872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25" name="Shape 22"/>
          <p:cNvSpPr/>
          <p:nvPr/>
        </p:nvSpPr>
        <p:spPr>
          <a:xfrm>
            <a:off x="749808" y="405993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C05621"/>
          </a:solidFill>
          <a:ln/>
        </p:spPr>
      </p:sp>
      <p:sp>
        <p:nvSpPr>
          <p:cNvPr id="26" name="Text 23"/>
          <p:cNvSpPr/>
          <p:nvPr/>
        </p:nvSpPr>
        <p:spPr>
          <a:xfrm>
            <a:off x="749808" y="40599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554480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65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200400" y="37856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联网搜索能力缺口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554480" y="4133088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Vue 项目时无法检索最新文档与示例。提案建议新增 You.com 工具并注册到 ToolManager，尚未评审实现。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02920" y="5001768"/>
            <a:ext cx="11155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02920" y="5001768"/>
            <a:ext cx="91440" cy="118872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2" name="Shape 29"/>
          <p:cNvSpPr/>
          <p:nvPr/>
        </p:nvSpPr>
        <p:spPr>
          <a:xfrm>
            <a:off x="749808" y="538581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C05621"/>
          </a:solidFill>
          <a:ln/>
        </p:spPr>
      </p:sp>
      <p:sp>
        <p:nvSpPr>
          <p:cNvPr id="33" name="Text 30"/>
          <p:cNvSpPr/>
          <p:nvPr/>
        </p:nvSpPr>
        <p:spPr>
          <a:xfrm>
            <a:off x="749808" y="53858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554480" y="51297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工程项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200400" y="51114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 CI，且厂商补丁残留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554480" y="5458968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缺少构建门禁；仓库内嵌 LangChain4j 含调试输出与待办注释；LangGraph4j 仍为 rc2；双代码树增加回归成本。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65105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572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918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024128"/>
            <a:ext cx="11155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1261872"/>
            <a:ext cx="438912" cy="438912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80160" y="129844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/>
        </p:spPr>
      </p:sp>
      <p:sp>
        <p:nvSpPr>
          <p:cNvPr id="13" name="Text 10"/>
          <p:cNvSpPr/>
          <p:nvPr/>
        </p:nvSpPr>
        <p:spPr>
          <a:xfrm>
            <a:off x="1280160" y="12984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011680" y="11155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修复前端安装路径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011680" y="1444752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README 增加 npm 源说明：官方源或已同步 Vite 7 生态的镜像；回复 Issue 81 并验证安装可完成。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2066544"/>
            <a:ext cx="11155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" y="2304288"/>
            <a:ext cx="438912" cy="438912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280160" y="2340864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B42318"/>
          </a:solidFill>
          <a:ln/>
        </p:spPr>
      </p:sp>
      <p:sp>
        <p:nvSpPr>
          <p:cNvPr id="20" name="Text 17"/>
          <p:cNvSpPr/>
          <p:nvPr/>
        </p:nvSpPr>
        <p:spPr>
          <a:xfrm>
            <a:off x="1280160" y="234086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011680" y="2157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处理推理字段兼容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11680" y="2487168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Issue 5 评论验证 DeepSeek 工具调用补丁，或写明推理模型不可用于带工具的 Vue 生成。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02920" y="3108960"/>
            <a:ext cx="11155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5800" y="3346704"/>
            <a:ext cx="438912" cy="438912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" y="3346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280160" y="338328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/>
        </p:spPr>
      </p:sp>
      <p:sp>
        <p:nvSpPr>
          <p:cNvPr id="27" name="Text 24"/>
          <p:cNvSpPr/>
          <p:nvPr/>
        </p:nvSpPr>
        <p:spPr>
          <a:xfrm>
            <a:off x="1280160" y="33832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011680" y="320040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补齐最小 CI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2011680" y="3529584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 Maven 编译与前端 type-check、lint 工作流，避免双代码树回归只能靠人工。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02920" y="4151376"/>
            <a:ext cx="11155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389120"/>
            <a:ext cx="438912" cy="438912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" y="4389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280160" y="4425696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/>
        </p:spPr>
      </p:sp>
      <p:sp>
        <p:nvSpPr>
          <p:cNvPr id="34" name="Text 31"/>
          <p:cNvSpPr/>
          <p:nvPr/>
        </p:nvSpPr>
        <p:spPr>
          <a:xfrm>
            <a:off x="1280160" y="44256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011680" y="424281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评审联网搜索提案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2011680" y="4572000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You.com 工具的密钥、配额与 ToolManager 注册范围，决定是否纳入下一期教程扩展。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02920" y="5193792"/>
            <a:ext cx="11155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1363F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85800" y="5431536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9" name="Text 36"/>
          <p:cNvSpPr/>
          <p:nvPr/>
        </p:nvSpPr>
        <p:spPr>
          <a:xfrm>
            <a:off x="685800" y="5431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280160" y="5468112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41" name="Text 38"/>
          <p:cNvSpPr/>
          <p:nvPr/>
        </p:nvSpPr>
        <p:spPr>
          <a:xfrm>
            <a:off x="1280160" y="54681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2011680" y="528523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工程卫生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2011680" y="5614416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 Spring Boot 版本，移除厂商代码调试输出，跟踪 LangGraph4j 稳定版。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1371600"/>
            <a:ext cx="2560320" cy="2560320"/>
          </a:xfrm>
          <a:prstGeom prst="ellipse">
            <a:avLst/>
          </a:prstGeom>
          <a:solidFill>
            <a:srgbClr val="028090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510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0" y="65105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9326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平台能力完整，仓库进入维护静默期；优先消化学习者阻塞，再谈新功能。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389888"/>
            <a:ext cx="5394960" cy="230428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389888"/>
            <a:ext cx="91440" cy="23042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164592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能力面已闭环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32688" y="2157984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生成、编辑、部署、管理、观测均在第 14 期基线可演示，适合继续作为教学主干。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1389888"/>
            <a:ext cx="5394960" cy="230428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389888"/>
            <a:ext cx="91440" cy="23042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556248" y="164592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交付节奏停滞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56248" y="2157984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 后无业务提交。日常状态应由新功能跟踪转为可安装、可生成、可回归。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858768"/>
            <a:ext cx="5394960" cy="230428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858768"/>
            <a:ext cx="91440" cy="23042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411480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两处对外摩擦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2688" y="4626864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81 拦住前端起步，Issue 5 拦住 Vue 主场景。两者比新工具提案更影响完课率。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3640" y="3858768"/>
            <a:ext cx="5394960" cy="2304288"/>
          </a:xfrm>
          <a:prstGeom prst="rect">
            <a:avLst/>
          </a:prstGeom>
          <a:solidFill>
            <a:srgbClr val="014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3858768"/>
            <a:ext cx="91440" cy="23042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411480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建议本周动作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56248" y="4626864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补安装文档、给出推理模型使用边界、挂上编译级 CI。线上业务指标待接入后再补。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2026-08-25</dc:title>
  <dc:subject>AI 零代码应用生成平台项目状态</dc:subject>
  <dc:creator>yu-ai-code-mother 状态自动化</dc:creator>
  <cp:lastModifiedBy>yu-ai-code-mother 状态自动化</cp:lastModifiedBy>
  <cp:revision>1</cp:revision>
  <dcterms:created xsi:type="dcterms:W3CDTF">2026-08-25T09:22:35Z</dcterms:created>
  <dcterms:modified xsi:type="dcterms:W3CDTF">2026-08-25T09:22:35Z</dcterms:modified>
</cp:coreProperties>
</file>