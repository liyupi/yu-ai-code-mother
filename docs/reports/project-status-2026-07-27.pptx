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面向维护者与核心贡献者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34A5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2026-07-27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34A5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基线分支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29260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3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 + 微服务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自动化生成 · 基于 README / 模块目录 / Git 与 Issues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教学导向的企业级 AI 代码生成平台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97280"/>
            <a:ext cx="109728" cy="1508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LangChain4j + Vue 3，对标大厂的 AI 零代码应用生成与部署平台。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109728" cy="1508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双轨架构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根目录保留完整单体实现；yu-ai-code-mother-microservice 提供用户 / 应用 / AI / 截图等拆分服务。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88920"/>
            <a:ext cx="109728" cy="1508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Ant Design Vue + Pinia，覆盖首页、应用、用户与管理端页面。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88920"/>
            <a:ext cx="109728" cy="1508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运维观测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Prometheus / Grafana 配置，配套限流、缓存、Prompt 审查与业务监控能力。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 + AI 工作流底座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工具调用生成文件；流式输出展示执行过程。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3716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实时预览生成应用，选中页面元素后与 AI 对话迭代修改。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3716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云端部署、自动截图封面、可分享访问地址，支持源码下载。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1430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3716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应用管理、精选案例、AI 调用与系统性能监控。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技术栈与模块地图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便于维护者快速定位代码边界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后端关键能力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Spring Boot 3.5.4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 + Reactor 流式输出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 / 子图 / 并发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 + Redisson 限流缓存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微服务：user / app / ai / screenshot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跨服务调用（教程第 14 期）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关键包 / 控制器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/ monitor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ratelimter / generator / manager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ChatHistory 控制器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WorkflowSse / Health / 静态资源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pages：Home / app / user / admin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单测覆盖 AI、工作流、截图与解析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天优先；并回看最近里程碑提交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5668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日代码仓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无新的业务代码提交；主线仍停留在教程第 14 期微服务改造完成态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6F7F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04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#65（昨）提议集成 You.com 联网搜索，增强生成时的实时参考能力。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6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53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最近主线提交（2025-08-26）：微服务拆分、截图服务、Dubbo/Nacos 跨服务调用完成。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6F7F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02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历史能力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11–13 期已落地并发/安全/成本优化、部署上线与可观测性。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50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中间态提交明确标注勿单独使用；应以最终「微服务改造完成」提交为准。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运行指标暂无统一看板数据源，以下为仓库侧可核验事实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无新业务提交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功能提议 · #5 缺陷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后端单测类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工作流 / 工具 / 截图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common / model / client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6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占位说明 · 生产指标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调用量、Token 成本、生成成功率、部署成功率、P95 延迟等业务/性能指标依赖运行环境 Prometheus/Grafana 与后台监控；本自动化任务未接入线上数据源，后续可对接导出或 API 补齐。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与质量现状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仓库级自动化与测试资产盘点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813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仓库内未发现 .github/workflows 业务 CI 配置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 Actions 记录主要为 Copilot 仓库访问检查（成功）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建议补齐：后端 mvn test、前端 lint/type-check、PR 门禁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4173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4813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1031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单体侧已有 Facade / Workflow / Tool 等测试类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eslint、vue-tsc、prettier 脚本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 AI 相关测试依赖外部模型/Key，CI 需隔离策略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按优先级列出阻塞与维护风险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07008"/>
            <a:ext cx="64008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43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170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开放缺陷 #5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170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Vue 项目时 reason-content 字段缺失，影响前端生成链路稳定性。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865376"/>
            <a:ext cx="6400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需求未落地 #65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联网搜索工具仍为 Issue，生成阶段缺少实时外部参考能力。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523744"/>
            <a:ext cx="6400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门禁缺失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24871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无仓库级自动化验证，回归依赖本地执行，合并质量难保障。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182112"/>
            <a:ext cx="6400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218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1455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双轨维护成本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31455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单体与微服务并存，教程中间态提交易被误用，文档约束需持续强调。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840480"/>
            <a:ext cx="6400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877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38039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外部依赖波动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38039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API、截图与第三方工具可用性直接影响演示与教学环境。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可执行、可验收的短周期动作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4864" cy="201168"/>
          </a:xfrm>
          <a:prstGeom prst="rect">
            <a:avLst/>
          </a:prstGeom>
          <a:solidFill>
            <a:srgbClr val="B8E0D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097280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170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1704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复现 Vue 生成 reason-content 缺失，补齐字段兼容或模型响应适配。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653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2258568"/>
            <a:ext cx="54864" cy="201168"/>
          </a:xfrm>
          <a:prstGeom prst="rect">
            <a:avLst/>
          </a:prstGeom>
          <a:solidFill>
            <a:srgbClr val="B8E0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1755648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#65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搜索工具接入范围、密钥与成本，形成实现/搁置结论。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23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2916936"/>
            <a:ext cx="54864" cy="201168"/>
          </a:xfrm>
          <a:prstGeom prst="rect">
            <a:avLst/>
          </a:prstGeom>
          <a:solidFill>
            <a:srgbClr val="B8E0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2414016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CI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24871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新增最小 GitHub Actions：编译 + 非联网单测；前端 lint/type-check。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1181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82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" y="3575304"/>
            <a:ext cx="54864" cy="201168"/>
          </a:xfrm>
          <a:prstGeom prst="rect">
            <a:avLst/>
          </a:prstGeom>
          <a:solidFill>
            <a:srgbClr val="B8E0D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" y="3072384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文档护栏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91840" y="31455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README/贡献指南标注「可用提交点」与微服务启动顺序，降低误用中间态风险。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7764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43000" y="3730752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3803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指标对接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91840" y="38039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后续日报对接 Prometheus/后台导出，补齐 Token、成功率等运行指标。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平台核心能力完备，近 7 日代码静默；关注缺陷修复、搜索能力评估与 CI 补齐。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530352"/>
          </a:xfrm>
          <a:prstGeom prst="roundRect">
            <a:avLst>
              <a:gd name="adj" fmla="val 13793"/>
            </a:avLst>
          </a:prstGeom>
          <a:solidFill>
            <a:srgbClr val="034A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8745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管理四条主链路已成型，微服务与观测体系可教学演示。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863840" cy="530352"/>
          </a:xfrm>
          <a:prstGeom prst="roundRect">
            <a:avLst>
              <a:gd name="adj" fmla="val 13793"/>
            </a:avLst>
          </a:prstGeom>
          <a:solidFill>
            <a:srgbClr val="034A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5146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近一周无业务提交；#65 提出联网搜索增强方向。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7863840" cy="530352"/>
          </a:xfrm>
          <a:prstGeom prst="roundRect">
            <a:avLst>
              <a:gd name="adj" fmla="val 13793"/>
            </a:avLst>
          </a:prstGeom>
          <a:solidFill>
            <a:srgbClr val="03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1546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生成缺陷待修；无业务 CI；双轨代码易误用中间态。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863840" cy="530352"/>
          </a:xfrm>
          <a:prstGeom prst="roundRect">
            <a:avLst>
              <a:gd name="adj" fmla="val 13793"/>
            </a:avLst>
          </a:prstGeom>
          <a:solidFill>
            <a:srgbClr val="034A5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7947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 #5 → 评估 #65 → 加最小 CI → 补运行指标对接。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2026-07-27</dc:title>
  <dc:subject>AI 零代码应用生成平台项目状态</dc:subject>
  <dc:creator>yu-ai-code-mother 自动化汇报</dc:creator>
  <cp:lastModifiedBy>yu-ai-code-mother 自动化汇报</cp:lastModifiedBy>
  <cp:revision>1</cp:revision>
  <dcterms:created xsi:type="dcterms:W3CDTF">2026-07-27T09:01:54Z</dcterms:created>
  <dcterms:modified xsi:type="dcterms:W3CDTF">2026-07-27T09:01:54Z</dcterms:modified>
</cp:coreProperties>
</file>