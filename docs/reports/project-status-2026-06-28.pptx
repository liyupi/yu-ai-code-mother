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92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5120640" cy="5120640"/>
          </a:xfrm>
          <a:prstGeom prst="ellipse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37160" cy="5212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960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范围：README、主要模块目录、近 7 天优先的 git 提交、本地测试/CI 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2026-06-28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325880"/>
            <a:ext cx="3063240" cy="33832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58200" y="171907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7922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98280" y="17922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432304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5054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58200" y="3145536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32186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3218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58200" y="385876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9319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3931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企业监控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589788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今日结论：功能主线完整，近期本地提交无新增；工程化与运行依赖仍是主要关注点。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项目概览：面向 AI 代码生成的全栈平台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4297680" cy="4526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 + LangChain4j + Vue 3 的企业级 AI 代码生成平台，支持用户用自然语言创建、编辑、部署和管理应用。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2C39A">
              <a:alpha val="9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319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维护者视角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76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36192" y="3739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单体版与微服务版并存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93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36192" y="4242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前端覆盖用户与管理后台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914400" y="47091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823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36192" y="47457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监控、限流、缓存等企业化能力已铺底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5532120" y="123444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78424" y="13807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377</a:t>
            </a: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5715000" y="18836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仓库文件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715000" y="21488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可见文件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01000" y="123444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47304" y="13807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900" dirty="0"/>
          </a:p>
        </p:txBody>
      </p:sp>
      <p:sp>
        <p:nvSpPr>
          <p:cNvPr id="28" name="Text 26"/>
          <p:cNvSpPr/>
          <p:nvPr/>
        </p:nvSpPr>
        <p:spPr>
          <a:xfrm>
            <a:off x="8183880" y="18836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8183880" y="21488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32120" y="274320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78424" y="28895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5715000" y="33924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文件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5715000" y="36576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前端视图层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01000" y="274320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147304" y="28895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900" dirty="0"/>
          </a:p>
        </p:txBody>
      </p:sp>
      <p:sp>
        <p:nvSpPr>
          <p:cNvPr id="36" name="Text 34"/>
          <p:cNvSpPr/>
          <p:nvPr/>
        </p:nvSpPr>
        <p:spPr>
          <a:xfrm>
            <a:off x="8183880" y="33924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8183880" y="36576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src/test/java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32120" y="434340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AF7F8"/>
          </a:solidFill>
          <a:ln w="10160">
            <a:solidFill>
              <a:srgbClr val="BEE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459943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天本地 git log 无提交；最新可见提交集中在 2025-08 的微服务改造与可观测性。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当前核心能力：从需求到可访问应用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4630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361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50876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02082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用户输入需求后由 AI 路由生成 html / multi_file / vue_project 代码。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4434840" y="123444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6304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361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0" y="150876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SSE 流式对话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202082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TEXT_EVENT_STREAM 输出生成过程，前端 EventSource 实时接收。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183880" y="123444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4630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361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50876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202082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生成应用可预览并选择页面元素，继续通过 AI 对话修改。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47472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478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54480" y="35204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4400" y="403250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支持一键部署、自动截图封面、获取访问地址和源码下载。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4434840" y="324612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47472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5478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0" y="35204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管理后台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63440" y="403250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用户、应用、对话历史与精选应用管理能力已覆盖。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8183880" y="324612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0" y="347472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5478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052560" y="35204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监控基础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12480" y="403250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Actuator、Prometheus、Grafana 配置用于系统与 AI 调用观测。</a:t>
            </a:r>
            <a:endParaRPr lang="en-US" sz="1270" dirty="0"/>
          </a:p>
        </p:txBody>
      </p:sp>
      <p:sp>
        <p:nvSpPr>
          <p:cNvPr id="38" name="Shape 36"/>
          <p:cNvSpPr/>
          <p:nvPr/>
        </p:nvSpPr>
        <p:spPr>
          <a:xfrm>
            <a:off x="960120" y="5623560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5779008"/>
            <a:ext cx="9646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能力链路：创建需求 -&gt; AI 生成 -&gt; 实时预览 -&gt; 二次编辑 -&gt; 部署分享 -&gt; 管理监控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模块地图：单体主线 + 微服务演进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/src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87552" y="193852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116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9344" y="197510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controller：应用、用户、对话、静态资源接口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987552" y="244144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5146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9344" y="24780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ai/core：LangChain4j、代码解析保存与构建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987552" y="294436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175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9344" y="29809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langgraph4j：工作流、图片收集、质量检查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987552" y="344728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5204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9344" y="348386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service/mapper/model：业务、数据访问与 DTO/VO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987552" y="395020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02336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9344" y="398678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monitor/ratelimiter：指标采集与 Redis 限流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6400800" y="114300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0160">
            <a:solidFill>
              <a:srgbClr val="C5F2E2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/yu-ai-code-mother-frontend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93408" y="1874520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Vue，覆盖首页、应用对话、编辑页、管理后台、Pinia 状态与 API 封装。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6400800" y="342900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EFF6FF"/>
          </a:solidFill>
          <a:ln w="10160">
            <a:solidFill>
              <a:srgbClr val="BFD7EA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93408" y="36941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微服务版 /yu-ai-code-mother-microservice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6693408" y="4160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 / user / app / ai / screenshot 七个 Maven 模块，基于 Spring Cloud Alibaba + Dubbo + Nacos 演进。</a:t>
            </a:r>
            <a:endParaRPr lang="en-US" sz="1430" dirty="0"/>
          </a:p>
        </p:txBody>
      </p:sp>
      <p:sp>
        <p:nvSpPr>
          <p:cNvPr id="31" name="Shape 29"/>
          <p:cNvSpPr/>
          <p:nvPr/>
        </p:nvSpPr>
        <p:spPr>
          <a:xfrm>
            <a:off x="5897880" y="2011680"/>
            <a:ext cx="411480" cy="0"/>
          </a:xfrm>
          <a:prstGeom prst="line">
            <a:avLst/>
          </a:prstGeom>
          <a:noFill/>
          <a:ln w="2794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97880" y="4389120"/>
            <a:ext cx="411480" cy="0"/>
          </a:xfrm>
          <a:prstGeom prst="line">
            <a:avLst/>
          </a:prstGeom>
          <a:noFill/>
          <a:ln w="2794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生成与交付链路：AI 工作流贯穿前后端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35608" y="21488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2221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2907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需求输入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8408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首页提示词创建应用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2633472" y="3035808"/>
            <a:ext cx="384048" cy="0"/>
          </a:xfrm>
          <a:prstGeom prst="line">
            <a:avLst/>
          </a:prstGeom>
          <a:noFill/>
          <a:ln w="3048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18745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EAF7F8"/>
          </a:solidFill>
          <a:ln w="10160">
            <a:solidFill>
              <a:srgbClr val="BEE3E8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75888" y="21488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2221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18688" y="2907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类型路由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218688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html / multi_file / vue_project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873752" y="3035808"/>
            <a:ext cx="384048" cy="0"/>
          </a:xfrm>
          <a:prstGeom prst="line">
            <a:avLst/>
          </a:prstGeom>
          <a:noFill/>
          <a:ln w="3048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18745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16168" y="21488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2221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58968" y="2907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工具调用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58968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生成文件并流式输出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114032" y="3035808"/>
            <a:ext cx="384048" cy="0"/>
          </a:xfrm>
          <a:prstGeom prst="line">
            <a:avLst/>
          </a:prstGeom>
          <a:noFill/>
          <a:ln w="3048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98080" y="18745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EAF7F8"/>
          </a:solidFill>
          <a:ln w="10160">
            <a:solidFill>
              <a:srgbClr val="BEE3E8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56448" y="214884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2221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99248" y="2907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预览编辑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699248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页面展示与可视化二次修改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9354312" y="3035808"/>
            <a:ext cx="384048" cy="0"/>
          </a:xfrm>
          <a:prstGeom prst="line">
            <a:avLst/>
          </a:prstGeom>
          <a:noFill/>
          <a:ln w="3048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738360" y="18745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396728" y="214884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96728" y="2221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39528" y="2907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部署截图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939528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发布地址、封面图与源码下载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960120" y="4983480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5257800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关键价值：生成过程可观测、结果可预览、交付可部署，形成端到端闭环。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昨日/近期变更：本地最近 7 天无新提交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15361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天观察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057400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git log 在运行日向前 7 天内未发现提交，因此本次汇报将“近期变更”扩展到最新可见提交序列。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33856" y="315468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33009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316736" y="38039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1316736" y="406908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git log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315468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83864" y="33009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3520440" y="38039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最新可见提交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520440" y="406908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摘要纳入分析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1234440"/>
            <a:ext cx="5669280" cy="4526280"/>
          </a:xfrm>
          <a:prstGeom prst="roundRect">
            <a:avLst>
              <a:gd name="adj" fmla="val 1616"/>
            </a:avLst>
          </a:prstGeom>
          <a:solidFill>
            <a:srgbClr val="EAF7F8"/>
          </a:solidFill>
          <a:ln w="10160">
            <a:solidFill>
              <a:srgbClr val="BEE3E8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7568" y="162763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1700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16459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60920" y="16093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期：微服务改造完成，包含完整单体项目代码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5687568" y="245059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25237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7648" y="24688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60920" y="24323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期：Dubbo + Nacos 跨服务调用、用户/应用/AI/截图服务拆分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5687568" y="327355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346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32918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32552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期：可观测性能力补充</a:t>
            </a:r>
            <a:endParaRPr lang="en-US" sz="1330" dirty="0"/>
          </a:p>
        </p:txBody>
      </p:sp>
      <p:sp>
        <p:nvSpPr>
          <p:cNvPr id="32" name="Shape 30"/>
          <p:cNvSpPr/>
          <p:nvPr/>
        </p:nvSpPr>
        <p:spPr>
          <a:xfrm>
            <a:off x="5687568" y="409651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41696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41148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60920" y="407822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期：部署上线相关能力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5687568" y="508406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提示：多个微服务改造中间态提交注明“不建议单独使用当前提交”，维护分支时需以最终完成态为基准。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数据/指标要点：当前仓库可见口径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13807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005840" y="18836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multi_file / vue_project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92424" y="13807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429000" y="18836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到 screenshot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0" y="123444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15584" y="13807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5852160" y="18836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852160" y="21488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偏集成化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92440" y="1234440"/>
            <a:ext cx="2148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38744" y="13807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8275320" y="18836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8275320" y="21488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 未发现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68680" y="2971800"/>
            <a:ext cx="4983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测试与构建入口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143000" y="373075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3803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64792" y="376732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后端单体：mvn test</a:t>
            </a:r>
            <a:endParaRPr lang="en-US" sz="1360" dirty="0"/>
          </a:p>
        </p:txBody>
      </p:sp>
      <p:sp>
        <p:nvSpPr>
          <p:cNvPr id="29" name="Shape 27"/>
          <p:cNvSpPr/>
          <p:nvPr/>
        </p:nvSpPr>
        <p:spPr>
          <a:xfrm>
            <a:off x="1143000" y="4123944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41970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64792" y="41605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微服务聚合：cd yu-ai-code-mother-microservice &amp;&amp; mvn test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1143000" y="4517136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" y="45902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64792" y="455371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前端：npm run build / type-check / lint</a:t>
            </a:r>
            <a:endParaRPr lang="en-US" sz="1360" dirty="0"/>
          </a:p>
        </p:txBody>
      </p:sp>
      <p:sp>
        <p:nvSpPr>
          <p:cNvPr id="35" name="Shape 33"/>
          <p:cNvSpPr/>
          <p:nvPr/>
        </p:nvSpPr>
        <p:spPr>
          <a:xfrm>
            <a:off x="1143000" y="491032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9834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64792" y="494690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lint 会执行 --fix，CI 中需谨慎使用</a:t>
            </a:r>
            <a:endParaRPr lang="en-US" sz="1360" dirty="0"/>
          </a:p>
        </p:txBody>
      </p:sp>
      <p:sp>
        <p:nvSpPr>
          <p:cNvPr id="38" name="Shape 36"/>
          <p:cNvSpPr/>
          <p:nvPr/>
        </p:nvSpPr>
        <p:spPr>
          <a:xfrm>
            <a:off x="6400800" y="2971800"/>
            <a:ext cx="4480560" cy="2606040"/>
          </a:xfrm>
          <a:prstGeom prst="roundRect">
            <a:avLst>
              <a:gd name="adj" fmla="val 2807"/>
            </a:avLst>
          </a:prstGeom>
          <a:solidFill>
            <a:srgbClr val="EFF6FF"/>
          </a:solidFill>
          <a:ln w="10160">
            <a:solidFill>
              <a:srgbClr val="BFD7EA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12280" y="342900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7452360" y="3447288"/>
            <a:ext cx="3108960" cy="164592"/>
          </a:xfrm>
          <a:prstGeom prst="rect">
            <a:avLst/>
          </a:prstGeom>
          <a:solidFill>
            <a:srgbClr val="DDEFF4"/>
          </a:solidFill>
          <a:ln w="12700">
            <a:solidFill>
              <a:srgbClr val="DDEFF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3447288"/>
            <a:ext cx="31089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52760" y="34290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6812280" y="395935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7452360" y="3977640"/>
            <a:ext cx="3108960" cy="164592"/>
          </a:xfrm>
          <a:prstGeom prst="rect">
            <a:avLst/>
          </a:prstGeom>
          <a:solidFill>
            <a:srgbClr val="DDEFF4"/>
          </a:solidFill>
          <a:ln w="12700">
            <a:solidFill>
              <a:srgbClr val="DDEFF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52360" y="3977640"/>
            <a:ext cx="184154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52760" y="39593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6812280" y="44897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7452360" y="4507992"/>
            <a:ext cx="3108960" cy="164592"/>
          </a:xfrm>
          <a:prstGeom prst="rect">
            <a:avLst/>
          </a:prstGeom>
          <a:solidFill>
            <a:srgbClr val="DDEFF4"/>
          </a:solidFill>
          <a:ln w="12700">
            <a:solidFill>
              <a:srgbClr val="DDEFF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52360" y="4507992"/>
            <a:ext cx="151657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52760" y="44897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6784848" y="516636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文件体量显示后端与微服务代码占主导，前端页面已具备主要业务闭环。</a:t>
            </a:r>
            <a:endParaRPr lang="en-US" sz="1130" dirty="0"/>
          </a:p>
        </p:txBody>
      </p:sp>
      <p:sp>
        <p:nvSpPr>
          <p:cNvPr id="52" name="Text 50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风险与阻塞：运行依赖和工程化短板优先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1207008"/>
            <a:ext cx="10378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16736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3898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55648" y="13716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外部依赖较多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1362456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MySQL、Redis、DeepSeek、DashScope、Pexels、COS、Nacos/Dubbo 未配置时会阻塞运行与测试。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2148840"/>
            <a:ext cx="10378440" cy="694944"/>
          </a:xfrm>
          <a:prstGeom prst="roundRect">
            <a:avLst>
              <a:gd name="adj" fmla="val 10526"/>
            </a:avLst>
          </a:prstGeom>
          <a:solidFill>
            <a:srgbClr val="EAF7F8"/>
          </a:solidFill>
          <a:ln w="10160">
            <a:solidFill>
              <a:srgbClr val="D6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22585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3317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55648" y="23134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 CI 配置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886200" y="230428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Actions、GitLab CI、Jenkins 等自动化流水线。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1248" y="3090672"/>
            <a:ext cx="10378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20040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2735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55648" y="325526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测试隔离不足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886200" y="3246120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后端测试多为 SpringBootTest，容易依赖真实上下文和外部服务。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41248" y="4032504"/>
            <a:ext cx="10378440" cy="694944"/>
          </a:xfrm>
          <a:prstGeom prst="roundRect">
            <a:avLst>
              <a:gd name="adj" fmla="val 10526"/>
            </a:avLst>
          </a:prstGeom>
          <a:solidFill>
            <a:srgbClr val="EAF7F8"/>
          </a:solidFill>
          <a:ln w="10160">
            <a:solidFill>
              <a:srgbClr val="D6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4142232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2153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55648" y="41970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主线分叉风险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886200" y="4187952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单体版与微服务版并存，后续功能归属需明确，避免重复实现。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41248" y="4974336"/>
            <a:ext cx="10378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5084064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51572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55648" y="51389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安全与凭证治理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886200" y="5129784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示例配置和默认凭证需生产替换；静态资源路径访问建议继续审查。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011680" y="5989320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6135624"/>
            <a:ext cx="7726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优先级建议：先补自动化验证与环境配置说明，再处理主线归属和安全审查。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未完成项：从“能跑”走向“可维护”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280160"/>
            <a:ext cx="3063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14904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2C39A">
              <a:alpha val="9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56362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待推进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1938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基线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新增构建、测试、类型检查流水线，避免回归靠人工发现。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4526280" y="1280160"/>
            <a:ext cx="3063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904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A896">
              <a:alpha val="9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56362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待推进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1938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配置模板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75488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完善本地/测试/生产 profile、依赖启动说明和密钥注入方式。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229600" y="1280160"/>
            <a:ext cx="3063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14904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2C39A">
              <a:alpha val="9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56362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待推进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58200" y="1938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测试分层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45820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拆出不依赖外部服务的单元测试，集成测试使用可替换配置。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2697480" y="3886200"/>
            <a:ext cx="3063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0" y="409651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A896">
              <a:alpha val="9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416966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待推进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454456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安全审查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2926080" y="49469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检查静态资源访问、上传/下载路径、默认凭证和管理接口权限。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30632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409651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2C39A">
              <a:alpha val="9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416966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待推进 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454456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演进路线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629400" y="49469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明确单体版与微服务版的功能同步策略和维护边界。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85800"/>
            <a:ext cx="2468880" cy="246888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9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建议下一步：降低运行不确定性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46920" y="393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| 2026-06-28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158191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6550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验证闭环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8992" y="24231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4963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0784" y="2459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GitHub Actions 或同类 CI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1078992" y="304495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1181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00784" y="30815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拆分后端单元/集成测试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1078992" y="3666744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739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00784" y="3703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前端增加非修复型 lint 命令</a:t>
            </a:r>
            <a:endParaRPr lang="en-US" sz="1360" dirty="0"/>
          </a:p>
        </p:txBody>
      </p:sp>
      <p:sp>
        <p:nvSpPr>
          <p:cNvPr id="21" name="Shape 19"/>
          <p:cNvSpPr/>
          <p:nvPr/>
        </p:nvSpPr>
        <p:spPr>
          <a:xfrm>
            <a:off x="4434840" y="11887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EAF7F8"/>
          </a:solidFill>
          <a:ln w="10160">
            <a:solidFill>
              <a:srgbClr val="BEE3E8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158191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6550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环境治理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36592" y="24231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4963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58384" y="2459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整理依赖服务清单与启动顺序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4736592" y="304495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1181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58384" y="30815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profile 与密钥注入</a:t>
            </a:r>
            <a:endParaRPr lang="en-US" sz="1360" dirty="0"/>
          </a:p>
        </p:txBody>
      </p:sp>
      <p:sp>
        <p:nvSpPr>
          <p:cNvPr id="31" name="Shape 29"/>
          <p:cNvSpPr/>
          <p:nvPr/>
        </p:nvSpPr>
        <p:spPr>
          <a:xfrm>
            <a:off x="4736592" y="3666744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739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58384" y="3703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沉淀本地 smoke test 脚本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8092440" y="11887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6E9EE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94192" y="158191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16550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52560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产品演进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394192" y="24231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24963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15984" y="2459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明确单体/微服务主线</a:t>
            </a:r>
            <a:endParaRPr lang="en-US" sz="1360" dirty="0"/>
          </a:p>
        </p:txBody>
      </p:sp>
      <p:sp>
        <p:nvSpPr>
          <p:cNvPr id="41" name="Shape 39"/>
          <p:cNvSpPr/>
          <p:nvPr/>
        </p:nvSpPr>
        <p:spPr>
          <a:xfrm>
            <a:off x="8394192" y="304495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31181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15984" y="30815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补管理后台关键指标看板</a:t>
            </a:r>
            <a:endParaRPr lang="en-US" sz="1360" dirty="0"/>
          </a:p>
        </p:txBody>
      </p:sp>
      <p:sp>
        <p:nvSpPr>
          <p:cNvPr id="44" name="Shape 42"/>
          <p:cNvSpPr/>
          <p:nvPr/>
        </p:nvSpPr>
        <p:spPr>
          <a:xfrm>
            <a:off x="8394192" y="3666744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3739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15984" y="3703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跟踪安全路径与部署体验</a:t>
            </a:r>
            <a:endParaRPr lang="en-US" sz="1360" dirty="0"/>
          </a:p>
        </p:txBody>
      </p:sp>
      <p:sp>
        <p:nvSpPr>
          <p:cNvPr id="47" name="Shape 45"/>
          <p:cNvSpPr/>
          <p:nvPr/>
        </p:nvSpPr>
        <p:spPr>
          <a:xfrm>
            <a:off x="1874520" y="598932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0" y="6117336"/>
            <a:ext cx="8001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推进原则：先稳定交付与验证，再扩大功能面；优先减少外部依赖导致的不确定性。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" y="645566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Cursor 自动化汇报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315200" y="645566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资料口径：README、主要目录、本地 git 历史与测试配置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92000"/>
            </a:srgbClr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5120640" cy="5120640"/>
          </a:xfrm>
          <a:prstGeom prst="ellipse">
            <a:avLst/>
          </a:prstGeom>
          <a:solidFill>
            <a:srgbClr val="1C7293">
              <a:alpha val="7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777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15087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当前平台已具备“需求输入 -&gt; AI 生成 -&gt; 预览编辑 -&gt; 部署分享 -&gt; 管理监控”的完整业务骨架。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517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249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61518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能力成熟度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45920" y="29535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核心链路清晰，微服务改造和可观测性已有最近可见提交支撑。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126480" y="24231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6517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7249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261518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近期状态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949440" y="29535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运行日近 7 天无新增提交，需重点关注既有能力的验证与维护。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397764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50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94106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主要风险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45920" y="42793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外部依赖、缺少 CI、测试隔离和主线分叉是当前优先风险。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778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97764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50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394106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949440" y="42793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补自动化验证、环境说明和安全审查，提升可维护性与交付确定性。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822960" y="6236208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报告文件：docs/reports/project-status-2026-06-28.pptx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yu-ai-code-mother 每日项目状态汇报 2026-06-28</dc:title>
  <dc:subject>每日项目状态汇报</dc:subject>
  <dc:creator>Cursor Automation</dc:creator>
  <cp:lastModifiedBy>Cursor Automation</cp:lastModifiedBy>
  <cp:revision>1</cp:revision>
  <dcterms:created xsi:type="dcterms:W3CDTF">2026-06-28T09:07:33Z</dcterms:created>
  <dcterms:modified xsi:type="dcterms:W3CDTF">2026-06-28T09:07:33Z</dcterms:modified>
</cp:coreProperties>
</file>