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909560" y="-1097280"/>
            <a:ext cx="5303520" cy="5303520"/>
          </a:xfrm>
          <a:prstGeom prst="arc">
            <a:avLst/>
          </a:prstGeom>
          <a:solidFill>
            <a:srgbClr val="028090">
              <a:alpha val="42000"/>
            </a:srgbClr>
          </a:solidFill>
          <a:ln w="38100">
            <a:solidFill>
              <a:srgbClr val="00A896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300000">
            <a:off x="8732520" y="2423160"/>
            <a:ext cx="4389120" cy="4389120"/>
          </a:xfrm>
          <a:prstGeom prst="arc">
            <a:avLst/>
          </a:prstGeom>
          <a:solidFill>
            <a:srgbClr val="02C39A">
              <a:alpha val="30000"/>
            </a:srgbClr>
          </a:solidFill>
          <a:ln w="25400">
            <a:solidFill>
              <a:srgbClr val="7FDBDA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59436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65836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675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DAILY PROJECT STATUS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18288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DB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13232" y="248716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49808" y="367588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DEAE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零代码应用生成平台 · 面向项目维护者 / 团队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4956048"/>
            <a:ext cx="4800600" cy="896112"/>
          </a:xfrm>
          <a:prstGeom prst="roundRect">
            <a:avLst>
              <a:gd name="adj" fmla="val 8163"/>
            </a:avLst>
          </a:prstGeom>
          <a:solidFill>
            <a:srgbClr val="065A82">
              <a:alpha val="88000"/>
            </a:srgbClr>
          </a:solidFill>
          <a:ln w="12700">
            <a:solidFill>
              <a:srgbClr val="028090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1663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· 07 · 16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90672" y="520293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DB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北京时间 17:00  |  自动化生成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一页结论：功能闭环，维护与质量门禁偏弱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481328"/>
            <a:ext cx="2514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481328"/>
            <a:ext cx="82296" cy="12984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645920"/>
            <a:ext cx="2075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850392" y="212140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414016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/ 编辑 / 部署 / 管理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0128" y="1481328"/>
            <a:ext cx="2514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10128" y="1481328"/>
            <a:ext cx="82296" cy="12984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645920"/>
            <a:ext cx="2075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3566160" y="212140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代码生成模式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66160" y="2414016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多文件 / Vue 工程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25896" y="1481328"/>
            <a:ext cx="2514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25896" y="1481328"/>
            <a:ext cx="82296" cy="12984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645920"/>
            <a:ext cx="2075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6281928" y="212140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81928" y="2414016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master 无新增代码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41664" y="1481328"/>
            <a:ext cx="2514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741664" y="1481328"/>
            <a:ext cx="82296" cy="1298448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97696" y="1645920"/>
            <a:ext cx="2075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95D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25" name="Text 23"/>
          <p:cNvSpPr/>
          <p:nvPr/>
        </p:nvSpPr>
        <p:spPr>
          <a:xfrm>
            <a:off x="8997696" y="212140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自建 CI 工作流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97696" y="2414016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PR / Push 质量门禁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3127248"/>
            <a:ext cx="10661904" cy="2450592"/>
          </a:xfrm>
          <a:prstGeom prst="roundRect">
            <a:avLst>
              <a:gd name="adj" fmla="val 2985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343814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当前判断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240280" y="3364992"/>
            <a:ext cx="836676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19075" indent="-219075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单体版已覆盖 AI 生成、可视化修改、部署分享和企业管理的完整主链路。</a:t>
            </a:r>
            <a:endParaRPr lang="en-US" sz="1500" dirty="0"/>
          </a:p>
          <a:p>
            <a:pPr marL="219075" indent="-219075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微服务拆分已交付，但前端默认仍连接单体；工作流、监控与测试尚未完全对齐。</a:t>
            </a:r>
            <a:endParaRPr lang="en-US" sz="1500" dirty="0"/>
          </a:p>
          <a:p>
            <a:pPr marL="219075" indent="-219075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最近稳定基线为 893918c（2025-08-26），当前主要风险是长期无代码演进与无 CI。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699248" y="5074920"/>
            <a:ext cx="3182112" cy="347472"/>
          </a:xfrm>
          <a:prstGeom prst="roundRect">
            <a:avLst>
              <a:gd name="adj" fmla="val 2105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5084064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建议：先补质量门禁，再收敛主架构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项目概览：单体主交付，微服务并行演进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417320"/>
            <a:ext cx="29992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4592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7335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35608" y="1673352"/>
            <a:ext cx="192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LANE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435608" y="1901952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3 前端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392" y="2377440"/>
            <a:ext cx="248716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首页创建、AI 对话、实时预览、可视化点选编辑与管理后台。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42232" y="1417320"/>
            <a:ext cx="29992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70832" y="164592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0832" y="167335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983480" y="1673352"/>
            <a:ext cx="192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LANE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83480" y="1901952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单体后端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98264" y="2377440"/>
            <a:ext cx="248716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 Boot 3 + Java 21；当前默认联调入口，承载完整业务与监控。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90104" y="1417320"/>
            <a:ext cx="29992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64592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67335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31352" y="1673352"/>
            <a:ext cx="192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LANE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31352" y="1901952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微服务后端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946136" y="2377440"/>
            <a:ext cx="248716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个 Maven 子模块；Dubbo Triple + Nacos，处于能力对齐阶段。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48456" y="2468880"/>
            <a:ext cx="329184" cy="640080"/>
          </a:xfrm>
          <a:prstGeom prst="chevron">
            <a:avLst/>
          </a:prstGeom>
          <a:solidFill>
            <a:srgbClr val="7FDBDA"/>
          </a:solidFill>
          <a:ln w="12700">
            <a:solidFill>
              <a:srgbClr val="7FD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96328" y="2468880"/>
            <a:ext cx="329184" cy="640080"/>
          </a:xfrm>
          <a:prstGeom prst="chevron">
            <a:avLst/>
          </a:prstGeom>
          <a:solidFill>
            <a:srgbClr val="7FDBDA"/>
          </a:solidFill>
          <a:ln w="12700">
            <a:solidFill>
              <a:srgbClr val="7FD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681728"/>
            <a:ext cx="10094976" cy="841248"/>
          </a:xfrm>
          <a:prstGeom prst="roundRect">
            <a:avLst>
              <a:gd name="adj" fmla="val 8696"/>
            </a:avLst>
          </a:prstGeom>
          <a:solidFill>
            <a:srgbClr val="DDF4F4"/>
          </a:solidFill>
          <a:ln w="12700">
            <a:solidFill>
              <a:srgbClr val="CDE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92861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默认联调路径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4864608"/>
            <a:ext cx="8001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前端  →  http://localhost:8123/api  →  单体后端  →  MySQL / Redis / AI 服务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核心能力：从需求到上线的完整生成链路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239512" cy="2029968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0020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2763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35608" y="1627632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435608" y="1856232"/>
            <a:ext cx="4169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智能代码生成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392" y="2331720"/>
            <a:ext cx="47274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自动路由三种策略；SSE 流式输出；Vue 工程支持 Tool Calling 写入代码文件。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5239512" cy="2029968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60020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62763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76288" y="1627632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76288" y="1856232"/>
            <a:ext cx="4169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91072" y="2331720"/>
            <a:ext cx="47274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iframe 实时预览；点选页面元素并携带上下文与 AI 对话，持续迭代页面。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3675888"/>
            <a:ext cx="5239512" cy="2029968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904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3192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35608" y="3931920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435608" y="4160520"/>
            <a:ext cx="4169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一键部署与分享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50392" y="4636008"/>
            <a:ext cx="47274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自动构建 Vue 产物、部署到本地目录、生成访问地址、截图封面并支持源码 ZIP 下载。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35040" y="3675888"/>
            <a:ext cx="5239512" cy="2029968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3904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93192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76288" y="3931920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76288" y="4160520"/>
            <a:ext cx="4169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企业级管理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291072" y="4636008"/>
            <a:ext cx="47274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 / 应用 / 对话管理、精选应用、Redis 会话与限流、Prometheus / Grafana 观测。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架构现状：业务主链路稳定，进阶能力尚未收口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738835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371600"/>
            <a:ext cx="1298448" cy="713232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7276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体验层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30552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3 · Ant Design Vue · Pinia · 可视化编辑器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04288"/>
            <a:ext cx="738835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304288"/>
            <a:ext cx="1298448" cy="713232"/>
          </a:xfrm>
          <a:prstGeom prst="roundRect">
            <a:avLst>
              <a:gd name="adj" fmla="val 7692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50545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30552" y="2487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 / User / Chat / Deploy / Download / Admin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236976"/>
            <a:ext cx="738835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" y="3236976"/>
            <a:ext cx="1298448" cy="713232"/>
          </a:xfrm>
          <a:prstGeom prst="roundRect">
            <a:avLst>
              <a:gd name="adj" fmla="val 7692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43814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130552" y="34198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LangChain4j · 路由 · Tool Calling · Redis Memory · 输入护轨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4169664"/>
            <a:ext cx="738835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4169664"/>
            <a:ext cx="1298448" cy="713232"/>
          </a:xfrm>
          <a:prstGeom prst="roundRect">
            <a:avLst>
              <a:gd name="adj" fmla="val 7692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3708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基础层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130552" y="43525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MySQL · Redis · Caffeine · COS · Selenium · Prometheus / Grafana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302752" y="1371600"/>
            <a:ext cx="2962656" cy="3511296"/>
          </a:xfrm>
          <a:prstGeom prst="roundRect">
            <a:avLst>
              <a:gd name="adj" fmla="val 2469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22792" y="1737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进阶工作流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8650224" y="2340864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88552" y="23317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图片收集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650224" y="2734056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88552" y="272491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Prompt 增强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650224" y="3127248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88552" y="311810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智能路由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650224" y="3520440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88552" y="351129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650224" y="3913632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88552" y="39044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质量检查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650224" y="430682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88552" y="42976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项目构建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8211312" y="5184648"/>
            <a:ext cx="3154680" cy="347472"/>
          </a:xfrm>
          <a:prstGeom prst="roundRect">
            <a:avLst>
              <a:gd name="adj" fmla="val 21053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11312" y="51937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B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当前仅 /workflow 演示，未进入主对话链路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PROGRESS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近期进展：近 7 天无代码变更，稳定基线未移动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06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2834640" cy="4343400"/>
          </a:xfrm>
          <a:prstGeom prst="roundRect">
            <a:avLst>
              <a:gd name="adj" fmla="val 258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8745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914400" y="29077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天代码提交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87552" y="3474720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FD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— 2026-07-16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7FD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分支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97280" y="4809744"/>
            <a:ext cx="1810512" cy="347472"/>
          </a:xfrm>
          <a:prstGeom prst="roundRect">
            <a:avLst>
              <a:gd name="adj" fmla="val 2105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1888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状态：无新增功能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913632" y="14447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最近有效里程碑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224528" y="1993392"/>
            <a:ext cx="0" cy="3337560"/>
          </a:xfrm>
          <a:prstGeom prst="line">
            <a:avLst/>
          </a:prstGeom>
          <a:noFill/>
          <a:ln w="38100">
            <a:solidFill>
              <a:srgbClr val="CDE5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78224" y="1993392"/>
            <a:ext cx="301752" cy="301752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1965960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194767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微服务改造完成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9372600" y="1920240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7F5F3"/>
          </a:solidFill>
          <a:ln w="12700">
            <a:solidFill>
              <a:srgbClr val="E7F5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92938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893918c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078224" y="2834640"/>
            <a:ext cx="301752" cy="301752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2807208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8932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可观测性完成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372600" y="2761488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7F5F3"/>
          </a:solidFill>
          <a:ln w="12700">
            <a:solidFill>
              <a:srgbClr val="E7F5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72600" y="27706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18c86bc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078224" y="3675888"/>
            <a:ext cx="301752" cy="30175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3648456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89320" y="36301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部署上线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9372600" y="3602736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7F5F3"/>
          </a:solidFill>
          <a:ln w="12700">
            <a:solidFill>
              <a:srgbClr val="E7F5F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72600" y="361188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ad303cc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78224" y="4517136"/>
            <a:ext cx="301752" cy="301752"/>
          </a:xfrm>
          <a:prstGeom prst="ellipse">
            <a:avLst/>
          </a:prstGeom>
          <a:solidFill>
            <a:srgbClr val="073B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17720" y="4489704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2025-08-12—13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89320" y="447141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工作流与系统优化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9372600" y="4443984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7F5F3"/>
          </a:solidFill>
          <a:ln w="12700">
            <a:solidFill>
              <a:srgbClr val="E7F5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2600" y="44531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B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 10–11 期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13632" y="5166360"/>
            <a:ext cx="6903720" cy="566928"/>
          </a:xfrm>
          <a:prstGeom prst="roundRect">
            <a:avLst>
              <a:gd name="adj" fmla="val 9677"/>
            </a:avLst>
          </a:prstGeom>
          <a:solidFill>
            <a:srgbClr val="FFF2E6"/>
          </a:solidFill>
          <a:ln w="12700">
            <a:solidFill>
              <a:srgbClr val="F6D0A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60520" y="5340096"/>
            <a:ext cx="6446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4D2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提示：第 14 期多个中间提交明确标注不可单独使用；应以 893918c 为基线。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QUALITY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数据与质量：测试资产存在，但自动化验证链缺失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07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371600"/>
            <a:ext cx="82296" cy="12984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536192"/>
            <a:ext cx="2048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850392" y="2011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单体测试类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304288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JUnit 5 + SpringBootTest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371600"/>
            <a:ext cx="82296" cy="1298448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1536192"/>
            <a:ext cx="2048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95D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3547872" y="2011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微服务测试类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47872" y="2304288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拆分后尚无测试资产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0" y="1371600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89320" y="1371600"/>
            <a:ext cx="82296" cy="12984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45352" y="1536192"/>
            <a:ext cx="2048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6245352" y="2011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前端测试脚本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45352" y="2304288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lint / type-check / build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686800" y="1371600"/>
            <a:ext cx="25786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0" y="1371600"/>
            <a:ext cx="82296" cy="1298448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2832" y="1536192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95D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25" name="Text 23"/>
          <p:cNvSpPr/>
          <p:nvPr/>
        </p:nvSpPr>
        <p:spPr>
          <a:xfrm>
            <a:off x="8942832" y="2011680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 CI 工作流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42832" y="2304288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未发现 .github/workflows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309067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当前质量链路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594360" y="3657600"/>
            <a:ext cx="20299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8952" y="3840480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16152" y="381304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代码提交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279392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人工触发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743200" y="4005072"/>
            <a:ext cx="201168" cy="384048"/>
          </a:xfrm>
          <a:prstGeom prst="chevron">
            <a:avLst/>
          </a:prstGeom>
          <a:solidFill>
            <a:srgbClr val="CDE5E3"/>
          </a:solidFill>
          <a:ln w="12700">
            <a:solidFill>
              <a:srgbClr val="CDE5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3657600"/>
            <a:ext cx="20299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200400" y="3840480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3657600" y="381304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编译 / 构建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3200400" y="4279392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本地执行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184648" y="4005072"/>
            <a:ext cx="201168" cy="384048"/>
          </a:xfrm>
          <a:prstGeom prst="chevron">
            <a:avLst/>
          </a:prstGeom>
          <a:solidFill>
            <a:srgbClr val="CDE5E3"/>
          </a:solidFill>
          <a:ln w="12700">
            <a:solidFill>
              <a:srgbClr val="CDE5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77256" y="3657600"/>
            <a:ext cx="20299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41848" y="3840480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099048" y="381304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5641848" y="4279392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依赖外部服务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626096" y="4005072"/>
            <a:ext cx="201168" cy="384048"/>
          </a:xfrm>
          <a:prstGeom prst="chevron">
            <a:avLst/>
          </a:prstGeom>
          <a:solidFill>
            <a:srgbClr val="CDE5E3"/>
          </a:solidFill>
          <a:ln w="12700">
            <a:solidFill>
              <a:srgbClr val="CDE5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18704" y="3657600"/>
            <a:ext cx="20299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D95D5D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083296" y="3840480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5D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540496" y="381304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 门禁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083296" y="4279392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尚未配置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94360" y="5138928"/>
            <a:ext cx="9354312" cy="566928"/>
          </a:xfrm>
          <a:prstGeom prst="roundRect">
            <a:avLst>
              <a:gd name="adj" fmla="val 9677"/>
            </a:avLst>
          </a:prstGeom>
          <a:solidFill>
            <a:srgbClr val="DDF4F4"/>
          </a:solidFill>
          <a:ln w="12700">
            <a:solidFill>
              <a:srgbClr val="CDE5E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5312664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运行指标说明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2176272" y="530352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仓库含 Prometheus / Grafana 配置，但未提交生产运行样本，本报告不推测调用量、耗时或错误率。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BLOCKERS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风险与问题：先解决质量门禁和架构分叉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08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23951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0392" y="1627632"/>
            <a:ext cx="566928" cy="56692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764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162763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长期无代码演进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45920" y="2121408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master 最近代码提交距今约 11 个月，依赖升级与问题修复可能滞后。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523951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91072" y="1627632"/>
            <a:ext cx="566928" cy="56692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1764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86600" y="162763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无自建 CI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086600" y="2121408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 / Push 不自动编译、测试或构建，回归风险依赖人工发现。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3273552"/>
            <a:ext cx="523951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0392" y="3529584"/>
            <a:ext cx="566928" cy="5669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3666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5295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双架构并存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645920" y="402336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单体与微服务入口、能力不完全一致，维护者与使用者容易选错主路径。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3273552"/>
            <a:ext cx="523951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91072" y="3529584"/>
            <a:ext cx="566928" cy="5669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91072" y="3666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35295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测试外部依赖重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086600" y="402336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SpringBootTest 依赖 MySQL、Redis、API Key；微服务和前端缺少测试资产。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5193792"/>
            <a:ext cx="10680192" cy="530352"/>
          </a:xfrm>
          <a:prstGeom prst="roundRect">
            <a:avLst>
              <a:gd name="adj" fmla="val 10345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534009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阻塞条件：MySQL / Redis / AI Key；微服务另需 Nacos + Dubbo；部署截图依赖 COS 与 Selenium。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0" y="274320"/>
            <a:ext cx="749808" cy="749808"/>
          </a:xfrm>
          <a:prstGeom prst="ellipse">
            <a:avLst/>
          </a:prstGeom>
          <a:solidFill>
            <a:srgbClr val="DDF4F4">
              <a:alpha val="90000"/>
            </a:srgbClr>
          </a:solidFill>
          <a:ln w="12700">
            <a:solidFill>
              <a:srgbClr val="DDF4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01984" y="640080"/>
            <a:ext cx="310896" cy="310896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612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下一步计划：建立门禁、收敛架构、补齐闭环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2026-07-16  ·  09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417320"/>
            <a:ext cx="3035808" cy="42519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0392" y="1682496"/>
            <a:ext cx="713232" cy="438912"/>
          </a:xfrm>
          <a:prstGeom prst="roundRect">
            <a:avLst>
              <a:gd name="adj" fmla="val 16667"/>
            </a:avLst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78308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359152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建立最小 CI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05256" y="3145536"/>
            <a:ext cx="246888" cy="24688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191256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307592" y="312724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后端编译 + 可隔离测试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5256" y="3803904"/>
            <a:ext cx="246888" cy="24688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849624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307592" y="37856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type-check + build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5256" y="4462272"/>
            <a:ext cx="246888" cy="24688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" y="4507992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307592" y="44439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设置 PR 必须通过的检查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5413248"/>
            <a:ext cx="3035808" cy="256032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0" y="1417320"/>
            <a:ext cx="3035808" cy="42519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70832" y="1682496"/>
            <a:ext cx="713232" cy="438912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178308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89120" y="2359152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收敛主运行路径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4425696" y="3145536"/>
            <a:ext cx="246888" cy="2468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25696" y="3191256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28032" y="312724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文档明确单体 / 微服务定位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25696" y="3803904"/>
            <a:ext cx="246888" cy="2468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3849624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28032" y="37856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 API 入口或接入网关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425696" y="4462272"/>
            <a:ext cx="246888" cy="2468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25696" y="4507992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28032" y="44439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补齐微服务监控与健康检查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0" y="5413248"/>
            <a:ext cx="3035808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5240" y="1417320"/>
            <a:ext cx="3035808" cy="42519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CDE5E3"/>
            </a:solidFill>
            <a:prstDash val="solid"/>
          </a:ln>
          <a:effectLst>
            <a:outerShdw sx="100000" sy="100000" kx="0" ky="0" algn="bl" rotWithShape="0" blurRad="25400" dist="50800" dir="2700000">
              <a:srgbClr val="073B4C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891272" y="1682496"/>
            <a:ext cx="713232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91272" y="178308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909560" y="2359152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A4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完善 AI 质量闭环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7946136" y="3145536"/>
            <a:ext cx="246888" cy="2468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46136" y="3191256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348472" y="312724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 LangGraph4j 接入主链路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946136" y="3803904"/>
            <a:ext cx="246888" cy="2468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946136" y="3849624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348472" y="37856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恢复可用的输出护轨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946136" y="4462272"/>
            <a:ext cx="246888" cy="2468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46136" y="4507992"/>
            <a:ext cx="246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348472" y="44439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清理补丁 TODO 与调试输出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635240" y="5413248"/>
            <a:ext cx="3035808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909560" y="-1097280"/>
            <a:ext cx="5303520" cy="5303520"/>
          </a:xfrm>
          <a:prstGeom prst="arc">
            <a:avLst/>
          </a:prstGeom>
          <a:solidFill>
            <a:srgbClr val="028090">
              <a:alpha val="42000"/>
            </a:srgbClr>
          </a:solidFill>
          <a:ln w="38100">
            <a:solidFill>
              <a:srgbClr val="00A896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300000">
            <a:off x="8732520" y="2423160"/>
            <a:ext cx="4389120" cy="4389120"/>
          </a:xfrm>
          <a:prstGeom prst="arc">
            <a:avLst/>
          </a:prstGeom>
          <a:solidFill>
            <a:srgbClr val="02C39A">
              <a:alpha val="30000"/>
            </a:srgbClr>
          </a:solidFill>
          <a:ln w="25400">
            <a:solidFill>
              <a:srgbClr val="7FDBDA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59436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640080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492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BOTTOM LINE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1481328"/>
            <a:ext cx="8138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主功能已交付，下一阶段要把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“可运行”升级为“可持续维护”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13232" y="3822192"/>
            <a:ext cx="2697480" cy="1389888"/>
          </a:xfrm>
          <a:prstGeom prst="roundRect">
            <a:avLst>
              <a:gd name="adj" fmla="val 5263"/>
            </a:avLst>
          </a:prstGeom>
          <a:solidFill>
            <a:srgbClr val="065A82">
              <a:alpha val="92000"/>
            </a:srgbClr>
          </a:solidFill>
          <a:ln w="12700">
            <a:solidFill>
              <a:srgbClr val="028090">
                <a:alpha val="7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40599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功能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41832" y="4590288"/>
            <a:ext cx="2240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7FDB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生成—编辑—部署—管理链路完整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703320" y="3822192"/>
            <a:ext cx="2697480" cy="1389888"/>
          </a:xfrm>
          <a:prstGeom prst="roundRect">
            <a:avLst>
              <a:gd name="adj" fmla="val 5263"/>
            </a:avLst>
          </a:prstGeom>
          <a:solidFill>
            <a:srgbClr val="065A82">
              <a:alpha val="92000"/>
            </a:srgbClr>
          </a:solidFill>
          <a:ln w="12700">
            <a:solidFill>
              <a:srgbClr val="028090">
                <a:alpha val="7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0" y="40599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44568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现状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931920" y="4590288"/>
            <a:ext cx="2240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7FDB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天零提交，稳定基线未变化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693408" y="3822192"/>
            <a:ext cx="2697480" cy="1389888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2700">
            <a:solidFill>
              <a:srgbClr val="02C39A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22008" y="40599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534656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22008" y="4590288"/>
            <a:ext cx="2240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7FDB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CI 门禁与架构收敛优先级最高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6181344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资料范围：README、主要模块、最近提交、测试与 CI 配置  |  生成日期：2026-07-16（北京时间）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yu-ai-code-mother 每日项目状态汇报 2026-07-16</dc:title>
  <dc:subject>每日项目状态汇报</dc:subject>
  <dc:creator>yu-ai-code-mother automation</dc:creator>
  <cp:lastModifiedBy>yu-ai-code-mother automation</cp:lastModifiedBy>
  <cp:revision>1</cp:revision>
  <dcterms:created xsi:type="dcterms:W3CDTF">2026-07-16T09:06:07Z</dcterms:created>
  <dcterms:modified xsi:type="dcterms:W3CDTF">2026-07-16T09:06:07Z</dcterms:modified>
</cp:coreProperties>
</file>