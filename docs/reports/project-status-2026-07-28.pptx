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3D4D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155448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97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团队维护者简报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报告日期：2026-07-28（北京时间）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覆盖：README · 主模块 · 近 7 日动态 · Issues/PRs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66560" y="4480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Trust · Internal Status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846320" y="292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教学级企业 AI 代码生成平台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7548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定位与技术栈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3、LangChain4j 与 Vue 3，对标企业级 AI 代码生成平台。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同时提供单体应用与微服务拆分（用户、应用、AI、截图等服务）。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核心链路：需求描述 → 策略路由 → 工具生成 → 可视化编辑 → 部署分享。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配套可观测性：Prometheus 与 Grafana AI 调用监控。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1051560"/>
            <a:ext cx="3246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188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主分支最新业务提交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435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0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期微服务完成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0680" y="2286000"/>
            <a:ext cx="3246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2423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670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3063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master 业务变更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40680" y="3520440"/>
            <a:ext cx="3246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904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69280" y="4297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新能力 · #5 缺陷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63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需求描述驱动，策略路由与工具调用，流式展示执行过程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74920" y="164592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463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943600" y="19202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实时预览生成应用，选中元素后与 AI 对话增量修改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00200" y="3840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云端部署、自动截封面，获取访问地址与源码下载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74920" y="3566160"/>
            <a:ext cx="640080" cy="64008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7033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383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943600" y="3840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用户与应用管理、精选案例、AI 调用与性能监控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模块与架构现状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双形态交付：根目录单体 + 微服务拆分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691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微服务：common / model / client / user / app / ai / screenshot；前端 Vue3 + Ant Design Vue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468880"/>
            <a:ext cx="201168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Workflow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3246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工具链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图片采集与质检节点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06040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2468880"/>
            <a:ext cx="201168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引擎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43200" y="3246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代码解析与保存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工程构建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流式消息处理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468880"/>
            <a:ext cx="201168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平台服务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92040" y="3246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截图与项目下载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限流与 Prompt 护栏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03720" y="246888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2468880"/>
            <a:ext cx="201168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40880" y="32461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面板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模型调用监听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0" y="292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日优先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54864" cy="3611880"/>
          </a:xfrm>
          <a:prstGeom prst="rect">
            <a:avLst/>
          </a:prstGeom>
          <a:solidFill>
            <a:srgbClr val="CDEAE6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2801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051560"/>
            <a:ext cx="74980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179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 · 07-28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161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每日状态自动化汇报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5087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生成项目状态 PPT，汇总能力、开放议题与建议下一步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402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74980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2139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· 07-27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状态汇报 PR #67（Draft）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468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延续文档汇报节奏；主线仍无业务合入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20040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2971800"/>
            <a:ext cx="74980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3099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081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社区提案：You.com 联网搜索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429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与 PR #66 同步提出，增强 VUE_PROJECT 生成时效性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4160520"/>
            <a:ext cx="292608" cy="292608"/>
          </a:xfrm>
          <a:prstGeom prst="ellipse">
            <a:avLst/>
          </a:prstGeom>
          <a:solidFill>
            <a:srgbClr val="05668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8720" y="3931920"/>
            <a:ext cx="74980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4059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主线停留在教程第 14 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3891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微服务改造完成态（2025-08-26）；近两周无 master 业务提交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单元/集成测试类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AI、工作流与工具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2011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974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client / common /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平台核心能力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· 编辑 · 部署 · 管理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N/A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运行时调用量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待对接生产 Grafana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37560"/>
            <a:ext cx="109728" cy="13258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0332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71600" y="3520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运行指标说明（非实测生产数据）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71600" y="3931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仓库已有 prometheus.yml 与 Grafana AI 面板配置，本环境无法拉取线上 Token、QPS 与错误率。建议将日生成次数、流式失败率、模型成本纳入日报固定指标位。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 CI 状态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6400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已有基础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后端约 15 个测试类（AI、工作流、工具）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 lint / type-check / build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模型监控配置已入库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仓库访问检查近期成功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3977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97280"/>
            <a:ext cx="3977640" cy="6400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缺口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无业务向构建/测试 GitHub Actions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日报无法引用统一测试通过率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微服务与单体回归未自动化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建议：PR 触发 mvn test + type-check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77240" cy="84124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2070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#5：Vue 生成 reason-content 缺失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模式工具调用报错，直接影响工程项目生成链路。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57400"/>
            <a:ext cx="777240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134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671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主线沉默 vs 社区 PR 待审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4963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日无业务提交；PR #66（You.com 搜索）需评审安全与成本影响。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777240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735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2724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 CI 门禁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4564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合入依赖人工验证；微服务中间态提交已标注勿单独使用。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77640"/>
            <a:ext cx="777240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336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8736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运行指标未接入日报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4165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监控配置存在但无统一出口，状态判断偏代码库存而非线上健康。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16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1247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Issue #5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399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DeepSeek tool-call 的 reasoning_content 透传，恢复 Vue 工程生成稳定性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01368"/>
            <a:ext cx="9144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1874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 PR #66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148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You.com API Key、超时降级与仅 VUE_PROJECT 启用的安全边界后决定合入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51176"/>
            <a:ext cx="914400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15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26243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28986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Actions：后端 mvn test + 前端 type-check，作为 PR 必过门禁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00984"/>
            <a:ext cx="914400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65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33741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指标进日报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6484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 导出日生成量与错误率，替换运行时调用量的 N/A 字段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50792"/>
            <a:ext cx="914400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153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41239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文档护栏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43982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README/运维说明中强调微服务中间态提交勿单独部署，避免误用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平台能力完整、主线稳定；当前重心在缺陷闭环与社区能力合入评审。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931920" cy="1234440"/>
          </a:xfrm>
          <a:prstGeom prst="rect">
            <a:avLst/>
          </a:prstGeom>
          <a:solidFill>
            <a:srgbClr val="0A3D4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214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01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可视化编辑 / 部署 / 管理 / 微服务与监控齐备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1645920"/>
            <a:ext cx="3931920" cy="1234440"/>
          </a:xfrm>
          <a:prstGeom prst="rect">
            <a:avLst/>
          </a:prstGeom>
          <a:solidFill>
            <a:srgbClr val="0A3D4D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20299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214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9019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活跃度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业务提交静默；社区 #65/#66 推动联网搜索扩展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3063240"/>
            <a:ext cx="3931920" cy="1234440"/>
          </a:xfrm>
          <a:prstGeom prst="rect">
            <a:avLst/>
          </a:prstGeom>
          <a:solidFill>
            <a:srgbClr val="0A3D4D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387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3192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阻塞点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08760" y="3685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生成缺陷，以及 CI 与运行指标缺口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00600" y="3063240"/>
            <a:ext cx="3931920" cy="1234440"/>
          </a:xfrm>
          <a:prstGeom prst="rect">
            <a:avLst/>
          </a:prstGeom>
          <a:solidFill>
            <a:srgbClr val="0A3D4D"/>
          </a:solidFill>
          <a:ln/>
        </p:spPr>
      </p:sp>
      <p:sp>
        <p:nvSpPr>
          <p:cNvPr id="21" name="Shape 16"/>
          <p:cNvSpPr/>
          <p:nvPr/>
        </p:nvSpPr>
        <p:spPr>
          <a:xfrm>
            <a:off x="5029200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5387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3192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行动优先级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69280" y="3685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 #5 → 审 #66 → 上 CI → 指标进日报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2026-07-28</dc:title>
  <dc:subject>AI 零代码应用生成平台项目状态</dc:subject>
  <dc:creator>yu-ai-code-mother 自动化汇报</dc:creator>
  <cp:lastModifiedBy>yu-ai-code-mother 自动化汇报</cp:lastModifiedBy>
  <cp:revision>1</cp:revision>
  <dcterms:created xsi:type="dcterms:W3CDTF">2026-07-28T09:13:25Z</dcterms:created>
  <dcterms:modified xsi:type="dcterms:W3CDTF">2026-07-28T09:13:25Z</dcterms:modified>
</cp:coreProperties>
</file>