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1645920"/>
            <a:ext cx="1280160" cy="12801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9202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097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377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· 维护者简报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146304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2461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报告日期：2026-08-09（北京时间）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基线提交：893918c · 教程第 14 期微服务改造完成态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663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受众：项目维护者 / 核心团队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292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SNAPSHOT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7548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09728" cy="3566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定位与技术栈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对标大厂的企业级 AI 代码生成教学平台，覆盖智能生成、可视化编辑、一键部署与后台管理全链路。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后端：Spring Boot 3.5 + Java 21 + LangChain4j / LangGraph4j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前端：Vue 3 + Vite + Ant Design Vue + Pinia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架构：单体完整版 + 微服务拆分（Dubbo / Nacos）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运维：Prometheus + Grafana AI 指标看板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40680" y="109728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53212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核心业务能力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生成·编辑·部署·管理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109728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2376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1520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app / user 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0680" y="292608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4068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53212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教程期次完成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含可观测与微服务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292608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31520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近7日业务提交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2025-08-26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292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01168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353312"/>
            <a:ext cx="502920" cy="502920"/>
          </a:xfrm>
          <a:prstGeom prst="ellipse">
            <a:avLst/>
          </a:prstGeom>
          <a:solidFill>
            <a:srgbClr val="05668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14630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" y="28803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需求描述经 AI 路由与工具调用写文件，流式输出实时呈现执行过程。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06040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1188720"/>
            <a:ext cx="201168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3355848" y="1353312"/>
            <a:ext cx="502920" cy="502920"/>
          </a:xfrm>
          <a:prstGeom prst="ellipse">
            <a:avLst/>
          </a:prstGeom>
          <a:solidFill>
            <a:srgbClr val="05668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46304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15768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770632" y="28803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预览生成站点，点选元素并与 AI 对话，支持全量与工程增量修改。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754880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1188720"/>
            <a:ext cx="201168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Shape 15"/>
          <p:cNvSpPr/>
          <p:nvPr/>
        </p:nvSpPr>
        <p:spPr>
          <a:xfrm>
            <a:off x="5504688" y="1353312"/>
            <a:ext cx="502920" cy="502920"/>
          </a:xfrm>
          <a:prstGeom prst="ellipse">
            <a:avLst/>
          </a:prstGeom>
          <a:solidFill>
            <a:srgbClr val="05668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6" y="146304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64608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919472" y="28803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部署到可访问地址、自动截取封面，并支持完整项目源码打包下载。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903720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03720" y="1188720"/>
            <a:ext cx="201168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Shape 20"/>
          <p:cNvSpPr/>
          <p:nvPr/>
        </p:nvSpPr>
        <p:spPr>
          <a:xfrm>
            <a:off x="7653528" y="1353312"/>
            <a:ext cx="502920" cy="502920"/>
          </a:xfrm>
          <a:prstGeom prst="ellipse">
            <a:avLst/>
          </a:prstGeom>
          <a:solidFill>
            <a:srgbClr val="05668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256" y="146304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13448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068312" y="28803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用户与应用管理、精选案例，以及 AI 调用与系统性能监控看板。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+ MICROSERVICES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40690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4069080" cy="502920"/>
          </a:xfrm>
          <a:prstGeom prst="rect">
            <a:avLst/>
          </a:prstGeom>
          <a:solidFill>
            <a:srgbClr val="05668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070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单体主工程（src/）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core / langgraph4j — 生成与工作流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service — 应用与对话业务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+ 限流模块 — 可观测与防护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/ tools — 安全与工具调用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前端：首页、应用工作台、管理后台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070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微服务拆分（教程第 14 期）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8348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yu-ai-code-ai — AI 能力服务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yu-ai-code-app — 应用服务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yu-ai-code-user — 用户服务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yu-ai-code-screenshot — 截图服务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 — 共享与 RPC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 + BASELINE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28016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29844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984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116128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业务代码主线静止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14904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日无功能/修复提交；仓库 HEAD 仍为 893918c（2025-08-26 微服务改造完成）。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11680"/>
            <a:ext cx="128016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25856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2585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21214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昨日日报已产出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24505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#78（2026-08-08）已创建 Draft；今日继续生成 2026-08-09 状态汇报。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71800"/>
            <a:ext cx="128016" cy="82296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21868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05668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21868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30815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主线能力已闭环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34107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10–14 期覆盖工作流、系统优化、成本、可观测性与微服务改造。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931920"/>
            <a:ext cx="128016" cy="822960"/>
          </a:xfrm>
          <a:prstGeom prst="rect">
            <a:avLst/>
          </a:prstGeom>
          <a:solidFill>
            <a:srgbClr val="E9A319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17880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E9A319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788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37360" y="404164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社区贡献待合并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37360" y="437083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#66（You.com 联网搜索）状态 OPEN 且 MERGEABLE，自 7 月底更新后无新推进。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292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NOTES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201168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66928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514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/ Workflow / Tools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1430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143000"/>
            <a:ext cx="201168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15768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 Actions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15768" y="2514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检查，非业务 CI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143000"/>
            <a:ext cx="201168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64608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64608" y="2514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缺陷 · #65 提案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1430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143000"/>
            <a:ext cx="201168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13448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日报 PR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13448" y="2514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自动化队列持续堆积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3749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858768"/>
            <a:ext cx="292608" cy="2926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71600" y="35661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业务运行指标尚未接入日报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371600" y="39776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仓库已有 Grafana AI 看板与单元/集成测试，但缺少统一的生产调用量、成功率、延迟与成本数据源。建议将 Prometheus 导出或后台统计纳入后续汇报字段。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RISKS &amp; BLOCKERS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09728" cy="169164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2588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D6454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298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#5：Vue 生成报错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thinking 模式缺少 reasoning_content，工具调用失败，阻塞核心生成链路且长期未关闭。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109728" cy="1691640"/>
          </a:xfrm>
          <a:prstGeom prst="rect">
            <a:avLst/>
          </a:prstGeom>
          <a:solidFill>
            <a:srgbClr val="E9A319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32588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E9A31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325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1298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#66 审阅停滞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18288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You.com 联网搜索已实现且 MERGEABLE，但缺乏维护者跟进，功能扩展无法落地。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71800"/>
            <a:ext cx="109728" cy="1691640"/>
          </a:xfrm>
          <a:prstGeom prst="rect">
            <a:avLst/>
          </a:prstGeom>
          <a:solidFill>
            <a:srgbClr val="E9A319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20040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E9A31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004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3172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无业务 CI 门禁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仓库无前端/后端构建与测试 GitHub Actions；合并风险依赖人工，回归保障不足。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109728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320040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2004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3172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 日报队列堆积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0" y="37033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自动化每日报告持续开 PR，但合并/归档节奏不清，增加仓库噪音与评审负担。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未完成项盘点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292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FOCUS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Vue 生成 reasoning_content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1143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9480" y="1216152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05668D"/>
          </a:solidFill>
          <a:ln/>
        </p:spPr>
      </p:sp>
      <p:sp>
        <p:nvSpPr>
          <p:cNvPr id="10" name="Text 8"/>
          <p:cNvSpPr/>
          <p:nvPr/>
        </p:nvSpPr>
        <p:spPr>
          <a:xfrm>
            <a:off x="7269480" y="12161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阻塞核心路径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19385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审阅并合并 You.com 搜索工具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0" y="1892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#66 / Issue #65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9480" y="196596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05668D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可合并待决策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51176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6883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26426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补齐最小 CI（构建 + 单测）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77840" y="2642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69480" y="2715768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05668D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27157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尚未启动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0098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4381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71600" y="33924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业务指标接入日报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77840" y="33924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69480" y="3465576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05668D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0" y="34655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仅有配置占位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50792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4187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371600" y="4142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日报合并策略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577840" y="41422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仓库治理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69480" y="4215384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05668D"/>
          </a:solidFill>
          <a:ln/>
        </p:spPr>
      </p:sp>
      <p:sp>
        <p:nvSpPr>
          <p:cNvPr id="34" name="Text 32"/>
          <p:cNvSpPr/>
          <p:nvPr/>
        </p:nvSpPr>
        <p:spPr>
          <a:xfrm>
            <a:off x="7269480" y="42153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持续堆积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234440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34440" y="1051560"/>
            <a:ext cx="7452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417320" y="10972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优先修复 #5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3716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 DeepSeek thinking 模式消息结构，恢复 Vue 工程生成稳定性。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8928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002536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234440" y="1819656"/>
            <a:ext cx="7452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417320" y="186537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决策 PR #66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417320" y="21396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完成安全与密钥配置审查后合并，或明确暂缓理由并关闭 Issue #65。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" y="266090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770632"/>
            <a:ext cx="292608" cy="2926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234440" y="2587752"/>
            <a:ext cx="7452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1417320" y="26334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落地最小 CI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17320" y="2907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为单体后端测试与前端 type-check/lint 增加 Actions 门禁。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02920" y="3429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538728"/>
            <a:ext cx="292608" cy="2926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234440" y="3355848"/>
            <a:ext cx="7452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1417320" y="34015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指标入报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417320" y="36758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Grafana/Prometheus 抽取调用量、失败率、延迟与成本字段。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02920" y="419709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306824"/>
            <a:ext cx="292608" cy="29260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1234440" y="4123944"/>
            <a:ext cx="7452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1417320" y="416966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报告治理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1417320" y="444398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制定 Draft 日报合并/关闭策略，降低 PR 噪音。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今日结论 · 给维护者的三句话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09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6733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平台能力与教程主线已完整落地（生成 → 编辑 → 部署 → 管理 → 微服务），近 7 日业务代码无新增变更。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7863840" cy="82296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700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633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当前最大阻塞是 Issue #5 影响 Vue 工程生成；并行应推动 PR #66 决策与最小 CI 补齐。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7863840" cy="82296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301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35935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日报侧建议尽快建立指标数据源与 Draft PR 治理规则，避免「有报告、无运营信号」。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2026-08-09</dc:title>
  <dc:subject>AI 零代码应用生成平台项目状态</dc:subject>
  <dc:creator>yu-ai-code-mother 自动化汇报</dc:creator>
  <cp:lastModifiedBy>yu-ai-code-mother 自动化汇报</cp:lastModifiedBy>
  <cp:revision>1</cp:revision>
  <dcterms:created xsi:type="dcterms:W3CDTF">2026-08-09T09:10:54Z</dcterms:created>
  <dcterms:modified xsi:type="dcterms:W3CDTF">2026-08-09T09:10:54Z</dcterms:modified>
</cp:coreProperties>
</file>