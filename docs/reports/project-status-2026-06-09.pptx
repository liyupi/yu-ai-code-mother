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B46"/>
          </a:solidFill>
          <a:ln w="12700">
            <a:solidFill>
              <a:srgbClr val="053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9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1143000"/>
            <a:ext cx="5303520" cy="5303520"/>
          </a:xfrm>
          <a:prstGeom prst="ellipse">
            <a:avLst/>
          </a:prstGeom>
          <a:solidFill>
            <a:srgbClr val="00A896">
              <a:alpha val="65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2560320"/>
            <a:ext cx="4023360" cy="4023360"/>
          </a:xfrm>
          <a:prstGeom prst="ellipse">
            <a:avLst/>
          </a:prstGeom>
          <a:solidFill>
            <a:srgbClr val="02C39A">
              <a:alpha val="4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32D35">
              <a:alpha val="88000"/>
            </a:srgbClr>
          </a:solidFill>
          <a:ln w="12700">
            <a:solidFill>
              <a:srgbClr val="032D3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7498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7F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261872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85800" y="21305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2026-06-09（北京时间）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907792"/>
            <a:ext cx="388620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7FBE3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72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FFF0"/>
                </a:solidFill>
              </a:rPr>
              <a:t>今日焦点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4015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近期仓库提交集中在日报文档产出；业务代码侧保持稳定。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1188720"/>
            <a:ext cx="960120" cy="960120"/>
          </a:xfrm>
          <a:prstGeom prst="ellipse">
            <a:avLst/>
          </a:prstGeom>
          <a:solidFill>
            <a:srgbClr val="00A896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14996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0" y="2221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FF7"/>
                </a:solidFill>
              </a:rPr>
              <a:t>智能生成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08008" y="1188720"/>
            <a:ext cx="960120" cy="960120"/>
          </a:xfrm>
          <a:prstGeom prst="ellipse">
            <a:avLst/>
          </a:prstGeom>
          <a:solidFill>
            <a:srgbClr val="02C39A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14996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70848" y="2221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FF7"/>
                </a:solidFill>
              </a:rPr>
              <a:t>流式对话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35240" y="2606040"/>
            <a:ext cx="960120" cy="960120"/>
          </a:xfrm>
          <a:prstGeom prst="ellipse">
            <a:avLst/>
          </a:prstGeom>
          <a:solidFill>
            <a:srgbClr val="00A896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291693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3639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FF7"/>
                </a:solidFill>
              </a:rPr>
              <a:t>部署分享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08008" y="2606040"/>
            <a:ext cx="960120" cy="960120"/>
          </a:xfrm>
          <a:prstGeom prst="ellipse">
            <a:avLst/>
          </a:prstGeom>
          <a:solidFill>
            <a:srgbClr val="02C39A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291693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70848" y="3639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FF7"/>
                </a:solidFill>
              </a:rPr>
              <a:t>后台监控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635508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FF7"/>
                </a:solidFill>
              </a:rPr>
              <a:t>范围：README、主要模块目录、近 7 天提交、测试/CI 配置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PRODUCT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166360" cy="4160520"/>
          </a:xfrm>
          <a:prstGeom prst="roundRect">
            <a:avLst>
              <a:gd name="adj" fmla="val 3516"/>
            </a:avLst>
          </a:prstGeom>
          <a:solidFill>
            <a:srgbClr val="074B62"/>
          </a:solidFill>
          <a:ln w="12700">
            <a:solidFill>
              <a:srgbClr val="074B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10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FF0"/>
                </a:solidFill>
              </a:rPr>
              <a:t>定位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0280"/>
            <a:ext cx="4389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面向“输入需求 → AI 生成应用 → 实时预览 → 部署分享”的企业级 AI 代码生成平台。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" y="3794760"/>
            <a:ext cx="4526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FFF7"/>
                </a:solidFill>
              </a:rPr>
              <a:t>技术栈：Spring Boot 3 / Vue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FFF7"/>
                </a:solidFill>
              </a:rPr>
              <a:t>AI：LangChain4j / LangGraph4j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FFF7"/>
                </a:solidFill>
              </a:rPr>
              <a:t>形态：单体 + 微服务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508760"/>
            <a:ext cx="182880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0760" y="1508760"/>
            <a:ext cx="109728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7647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55080" y="22951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258775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1508760"/>
            <a:ext cx="182880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508760"/>
            <a:ext cx="109728" cy="1325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7647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58200" y="22951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58200" y="258775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 / user / app / ai / screenshot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287000" y="1508760"/>
            <a:ext cx="141732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287000" y="1508760"/>
            <a:ext cx="109728" cy="1325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1320" y="1764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561320" y="229514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版本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61320" y="258775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目标版本：Java 21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3246120"/>
            <a:ext cx="5623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34747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0568" y="341071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7343B"/>
                </a:solidFill>
              </a:rPr>
              <a:t>前端体验层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6830568" y="36850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</a:rPr>
              <a:t>Vue 3 + TypeScript / Ant Design Vue / Pinia + Router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080760" y="4434840"/>
            <a:ext cx="5623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4663440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0568" y="459943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7343B"/>
                </a:solidFill>
              </a:rPr>
              <a:t>后端服务层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6830568" y="48737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</a:rPr>
              <a:t>用户/应用/对话接口 / SSE 流式生成 / 部署与静态资源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080760" y="5623560"/>
            <a:ext cx="5623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585216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0568" y="578815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7343B"/>
                </a:solidFill>
              </a:rPr>
              <a:t>AI 与运维层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6830568" y="60624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</a:rPr>
              <a:t>LangChain4j / LangGraph4j / Prometheus + Grafana / COS/截图集成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37A"/>
                </a:solidFill>
              </a:rPr>
              <a:t>每日项目状态 / 面向项目维护者与团队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384280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SYSTEM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模块与架构视图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057400" cy="4069080"/>
          </a:xfrm>
          <a:prstGeom prst="roundRect">
            <a:avLst>
              <a:gd name="adj" fmla="val 8000"/>
            </a:avLst>
          </a:prstGeom>
          <a:solidFill>
            <a:srgbClr val="E8F7F5"/>
          </a:solidFill>
          <a:ln w="12700">
            <a:solidFill>
              <a:srgbClr val="CD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4168" y="1874520"/>
            <a:ext cx="713232" cy="7132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11226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前端应用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16002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37A"/>
                </a:solidFill>
              </a:rPr>
              <a:t>页面：主页、对话页、管理页、编辑页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37A"/>
                </a:solidFill>
              </a:rPr>
              <a:t>API：app/user/chat/static/health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1554480"/>
            <a:ext cx="20574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3048" y="1874520"/>
            <a:ext cx="713232" cy="7132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11226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27432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3246120"/>
            <a:ext cx="16002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37A"/>
                </a:solidFill>
              </a:rPr>
              <a:t>控制器、服务、AI 工作流、部署下载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37A"/>
                </a:solidFill>
              </a:rPr>
              <a:t>MySQL / Redis / 监控 / Knife4j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23560" y="1554480"/>
            <a:ext cx="2057400" cy="4069080"/>
          </a:xfrm>
          <a:prstGeom prst="roundRect">
            <a:avLst>
              <a:gd name="adj" fmla="val 8000"/>
            </a:avLst>
          </a:prstGeom>
          <a:solidFill>
            <a:srgbClr val="E8F7F5"/>
          </a:solidFill>
          <a:ln w="12700">
            <a:solidFill>
              <a:srgbClr val="CD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1928" y="1874520"/>
            <a:ext cx="713232" cy="7132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1226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27432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微服务形态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52160" y="3246120"/>
            <a:ext cx="16002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37A"/>
                </a:solidFill>
              </a:rPr>
              <a:t>user/app/ai/screenshot 拆分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37A"/>
                </a:solidFill>
              </a:rPr>
              <a:t>Dubbo + Nacos；client/common/model 支撑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92440" y="1554480"/>
            <a:ext cx="20574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50808" y="1874520"/>
            <a:ext cx="713232" cy="713232"/>
          </a:xfrm>
          <a:prstGeom prst="ellipse">
            <a:avLst/>
          </a:prstGeom>
          <a:solidFill>
            <a:srgbClr val="074B6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211226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21040" y="27432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外部依赖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3246120"/>
            <a:ext cx="16002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37A"/>
                </a:solidFill>
              </a:rPr>
              <a:t>AI / DashScope / COS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37A"/>
                </a:solidFill>
              </a:rPr>
              <a:t>Pexels / Prometheus / Grafana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697480" y="3072384"/>
            <a:ext cx="310896" cy="438912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3072384"/>
            <a:ext cx="310896" cy="438912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5240" y="3072384"/>
            <a:ext cx="310896" cy="438912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870448"/>
            <a:ext cx="946404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980176"/>
            <a:ext cx="8942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343B"/>
                </a:solidFill>
              </a:rPr>
              <a:t>架构状态：教学项目保留单体完整代码，同时提供微服务改造目录；后续运行侧需明确部署形态与服务编排。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37A"/>
                </a:solidFill>
              </a:rPr>
              <a:t>每日项目状态 / 面向项目维护者与团队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384280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CAPABILITY GRID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当前核心能力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517904"/>
            <a:ext cx="4983480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700784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6936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54480" y="1682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39696"/>
            <a:ext cx="4526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根据需求选择生成策略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工具调用生成 HTML / 多文件 / Vue 项目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SSE 展示 AI 执行过程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172200" y="1517904"/>
            <a:ext cx="4983480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700784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76936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40880" y="1682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139696"/>
            <a:ext cx="4526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生成应用实时预览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编辑模式选择页面元素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通过对话继续修改页面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85800" y="3666744"/>
            <a:ext cx="4983480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3849624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91820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54480" y="3831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288536"/>
            <a:ext cx="4526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生成 deployKey 并复制部署目录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静态资源访问与源码下载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异步截图生成应用封面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172200" y="3666744"/>
            <a:ext cx="4983480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849624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074B62"/>
          </a:solidFill>
          <a:ln w="12700">
            <a:solidFill>
              <a:srgbClr val="074B6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91820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0" y="3831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288536"/>
            <a:ext cx="4526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用户与权限控制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应用管理、精选设置、搜索分页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对话历史与监控入口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85800" y="5833872"/>
            <a:ext cx="10469880" cy="457200"/>
          </a:xfrm>
          <a:prstGeom prst="roundRect">
            <a:avLst>
              <a:gd name="adj" fmla="val 20000"/>
            </a:avLst>
          </a:prstGeom>
          <a:solidFill>
            <a:srgbClr val="D4F3EE"/>
          </a:solidFill>
          <a:ln w="12700">
            <a:solidFill>
              <a:srgbClr val="D4F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971032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53B46"/>
                </a:solidFill>
              </a:rPr>
              <a:t>能力边界：真实运行依赖 AI API Key、MySQL、Redis、对象存储与可用的浏览器截图环境。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37A"/>
                </a:solidFill>
              </a:rPr>
              <a:t>每日项目状态 / 面向项目维护者与团队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84280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LAST 7 DAYS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10607040" cy="1280160"/>
          </a:xfrm>
          <a:prstGeom prst="roundRect">
            <a:avLst>
              <a:gd name="adj" fmla="val 11429"/>
            </a:avLst>
          </a:prstGeom>
          <a:solidFill>
            <a:srgbClr val="074B62"/>
          </a:solidFill>
          <a:ln w="12700">
            <a:solidFill>
              <a:srgbClr val="074B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38528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天可见提交共 13 个，全部集中在 docs/reports 日报 PPT 产出与版式优化；业务代码没有新增提交。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822192"/>
            <a:ext cx="978408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3675888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041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43B"/>
                </a:solidFill>
              </a:rPr>
              <a:t>06-02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999232"/>
            <a:ext cx="1234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37A"/>
                </a:solidFill>
              </a:rPr>
              <a:t>新增并调整日报版式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459736" y="3675888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4041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43B"/>
                </a:solidFill>
              </a:rPr>
              <a:t>06-03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4370832"/>
            <a:ext cx="1234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37A"/>
                </a:solidFill>
              </a:rPr>
              <a:t>清理文本层、恢复封面标题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087368" y="3675888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1064" y="4041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43B"/>
                </a:solidFill>
              </a:rPr>
              <a:t>06-04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39312" y="2999232"/>
            <a:ext cx="1234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37A"/>
                </a:solidFill>
              </a:rPr>
              <a:t>新增日报并修复时间线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715000" y="3675888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8696" y="4041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43B"/>
                </a:solidFill>
              </a:rPr>
              <a:t>06-05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66944" y="4370832"/>
            <a:ext cx="1234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37A"/>
                </a:solidFill>
              </a:rPr>
              <a:t>新增中文日报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342632" y="3675888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6328" y="4041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43B"/>
                </a:solidFill>
              </a:rPr>
              <a:t>06-06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94576" y="2999232"/>
            <a:ext cx="1234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37A"/>
                </a:solidFill>
              </a:rPr>
              <a:t>新增日报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970264" y="3675888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23960" y="4041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43B"/>
                </a:solidFill>
              </a:rPr>
              <a:t>06-07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22208" y="4370832"/>
            <a:ext cx="1234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37A"/>
                </a:solidFill>
              </a:rPr>
              <a:t>新增并压缩优化日报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10597896" y="367588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51592" y="4041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43B"/>
                </a:solidFill>
              </a:rPr>
              <a:t>06-08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149840" y="2999232"/>
            <a:ext cx="1234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37A"/>
                </a:solidFill>
              </a:rPr>
              <a:t>新增日报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22960" y="5266944"/>
            <a:ext cx="2331720" cy="896112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5266944"/>
            <a:ext cx="1097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4132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97280" y="57424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97280" y="59344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均为报告文件新增或版式修正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474720" y="5266944"/>
            <a:ext cx="2331720" cy="896112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0" y="5266944"/>
            <a:ext cx="10972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54132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749040" y="57424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业务代码提交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3749040" y="59344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主功能代码在观察期内稳定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6126480" y="5266944"/>
            <a:ext cx="2331720" cy="896112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5266944"/>
            <a:ext cx="109728" cy="8961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54132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400800" y="57424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连续日报天数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6400800" y="59344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06-02 至 06-08 已持续产出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8778240" y="5266944"/>
            <a:ext cx="2331720" cy="896112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778240" y="5266944"/>
            <a:ext cx="109728" cy="896112"/>
          </a:xfrm>
          <a:prstGeom prst="rect">
            <a:avLst/>
          </a:prstGeom>
          <a:solidFill>
            <a:srgbClr val="074B62"/>
          </a:solidFill>
          <a:ln w="12700">
            <a:solidFill>
              <a:srgbClr val="074B62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52560" y="54132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4B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052560" y="57424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今日新增文件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052560" y="59344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本报告：project-status-2026-06-09.pptx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37A"/>
                </a:solidFill>
              </a:rPr>
              <a:t>每日项目状态 / 面向项目维护者与团队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384280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REPOSITORY SIGNALS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242316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81328"/>
            <a:ext cx="109728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文件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包含单体与微服务目录；AI、控制器、服务、工具类较完整。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481328"/>
            <a:ext cx="242316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481328"/>
            <a:ext cx="109728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737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703320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前端源码文件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个 Vue 页面/组件 + 17 个 TypeScript 工具/API 文件。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481328"/>
            <a:ext cx="242316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481328"/>
            <a:ext cx="109728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37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46520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测试文件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AI 生成、LangGraph 工作流、工具和截图等方向。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1481328"/>
            <a:ext cx="242316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15400" y="1481328"/>
            <a:ext cx="109728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737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189720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972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.github/workflows，需要补充自动化验证。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3337560"/>
            <a:ext cx="512064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611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运行指标状态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4069080"/>
            <a:ext cx="4480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37A"/>
                </a:solidFill>
              </a:rPr>
              <a:t>· Prometheus 已配置 /api/actuator/prometheus 抓取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737A"/>
                </a:solidFill>
              </a:rPr>
              <a:t>· Grafana 目录存在 AI 模型看板配置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737A"/>
                </a:solidFill>
              </a:rPr>
              <a:t>· 告警规则与生产数据源尚未在仓库中落地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3337560"/>
            <a:ext cx="5166360" cy="2377440"/>
          </a:xfrm>
          <a:prstGeom prst="roundRect">
            <a:avLst>
              <a:gd name="adj" fmla="val 6154"/>
            </a:avLst>
          </a:prstGeom>
          <a:solidFill>
            <a:srgbClr val="E8F7F5"/>
          </a:solidFill>
          <a:ln w="12700">
            <a:solidFill>
              <a:srgbClr val="CDEA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611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本期解读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6520" y="4069080"/>
            <a:ext cx="449884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37A"/>
                </a:solidFill>
              </a:rPr>
              <a:t>当前更适合用“仓库结构与提交趋势”观察项目状态；在线用户数、生成成功率、AI 成本、部署成功率等业务指标需要接入真实运行环境后采集。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37A"/>
                </a:solidFill>
              </a:rPr>
              <a:t>每日项目状态 / 面向项目维护者与团队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84280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QUALITY GATES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 CI 状态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536192"/>
            <a:ext cx="10424160" cy="713232"/>
          </a:xfrm>
          <a:prstGeom prst="roundRect">
            <a:avLst>
              <a:gd name="adj" fmla="val 15385"/>
            </a:avLst>
          </a:prstGeom>
          <a:solidFill>
            <a:srgbClr val="E8F7F5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0078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181965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600200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43B"/>
                </a:solidFill>
              </a:rPr>
              <a:t>Maven 后端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70078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A"/>
                </a:solidFill>
              </a:rPr>
              <a:t>存在 mvnw 与 Spring Boot 测试依赖；单体和微服务均配置 Java 21。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464040" y="17373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D4F3EE"/>
          </a:solidFill>
          <a:ln w="12700">
            <a:solidFill>
              <a:srgbClr val="D4F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1815084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可运行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2542032"/>
            <a:ext cx="104241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70662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82549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00200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43B"/>
                </a:solidFill>
              </a:rPr>
              <a:t>前端质量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70662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A"/>
                </a:solidFill>
              </a:rPr>
              <a:t>package.json 提供 build、type-check、lint、format 脚本。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64040" y="27432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D4F3EE"/>
          </a:solidFill>
          <a:ln w="12700">
            <a:solidFill>
              <a:srgbClr val="D4F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2820924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脚本就绪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3547872"/>
            <a:ext cx="10424160" cy="713232"/>
          </a:xfrm>
          <a:prstGeom prst="roundRect">
            <a:avLst>
              <a:gd name="adj" fmla="val 15385"/>
            </a:avLst>
          </a:prstGeom>
          <a:solidFill>
            <a:srgbClr val="E8F7F5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371246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83133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00200" y="37307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43B"/>
                </a:solidFill>
              </a:rPr>
              <a:t>自动化测试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371246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A"/>
                </a:solidFill>
              </a:rPr>
              <a:t>发现 14 个 Java Test；未发现前端 spec/test 文件。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64040" y="374904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D4F3EE"/>
          </a:solidFill>
          <a:ln w="12700">
            <a:solidFill>
              <a:srgbClr val="D4F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3826764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覆盖不均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7240" y="4553712"/>
            <a:ext cx="104241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4718304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3856" y="483717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4736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43B"/>
                </a:solidFill>
              </a:rPr>
              <a:t>CI 配置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471830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A"/>
                </a:solidFill>
              </a:rPr>
              <a:t>未发现 .github/workflows；提交前验证依赖人工或本地命令。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64040" y="475488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DE7DA"/>
          </a:solidFill>
          <a:ln w="12700">
            <a:solidFill>
              <a:srgbClr val="FDE7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64040" y="4832604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76F51"/>
                </a:solidFill>
              </a:rPr>
              <a:t>待补齐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7240" y="5742432"/>
            <a:ext cx="10424160" cy="420624"/>
          </a:xfrm>
          <a:prstGeom prst="roundRect">
            <a:avLst>
              <a:gd name="adj" fmla="val 21739"/>
            </a:avLst>
          </a:prstGeom>
          <a:solidFill>
            <a:srgbClr val="074B62"/>
          </a:solidFill>
          <a:ln w="12700">
            <a:solidFill>
              <a:srgbClr val="074B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5870448"/>
            <a:ext cx="9985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建议：先建立最小 CI（后端 mvn test + 前端 type-check/build），再补充 AI 生成链路的可控集成测试。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37A"/>
                </a:solidFill>
              </a:rPr>
              <a:t>每日项目状态 / 面向项目维护者与团队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384280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RISKS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49808" y="1490472"/>
            <a:ext cx="480060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673352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74193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18488" y="1655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配置依赖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78408" y="2112264"/>
            <a:ext cx="434340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API Key、COS、DashScope、Pexels 仍需环境化配置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样例配置中存在本地 MySQL/Redis 假设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099048" y="1490472"/>
            <a:ext cx="480060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0216" y="1673352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74193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67728" y="1655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运行编排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112264"/>
            <a:ext cx="434340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微服务依赖 Nacos/Dubbo 与多端口协同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仓库未提供 docker-compose 或一键编排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49808" y="2907792"/>
            <a:ext cx="480060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" y="3090672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15925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18488" y="3072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质量门禁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78408" y="3529584"/>
            <a:ext cx="434340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缺少 CI 工作流和前端测试文件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生成链路验证成本较高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099048" y="2907792"/>
            <a:ext cx="480060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0216" y="3090672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315925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67728" y="3072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27648" y="3529584"/>
            <a:ext cx="434340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Prometheus/Grafana 有雏形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缺少告警规则和业务指标接入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49808" y="4325112"/>
            <a:ext cx="1069848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0976" y="4507992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457657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18488" y="4489704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交付体验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8408" y="4946904"/>
            <a:ext cx="1024128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截图依赖浏览器驱动和对象存储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部署静态目录与域名需生产化确认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37A"/>
                </a:solidFill>
              </a:rPr>
              <a:t>每日项目状态 / 面向项目维护者与团队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384280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NEXT ACTIONS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6384" y="1627632"/>
            <a:ext cx="3154680" cy="1371600"/>
          </a:xfrm>
          <a:prstGeom prst="roundRect">
            <a:avLst>
              <a:gd name="adj" fmla="val 10667"/>
            </a:avLst>
          </a:prstGeom>
          <a:solidFill>
            <a:srgbClr val="E8F7F5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182880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98424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627632" y="182880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建立最小 CI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27632" y="2194560"/>
            <a:ext cx="202996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</a:rPr>
              <a:t>后端测试、前端构建、报告检查纳入自动验证。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89704" y="1627632"/>
            <a:ext cx="315468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828800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98424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30952" y="182880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收敛运行配置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330952" y="2194560"/>
            <a:ext cx="202996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</a:rPr>
              <a:t>补充 local/prod 说明，明确 AI、COS、Redis、MySQL、Nacos 必填项。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93024" y="1627632"/>
            <a:ext cx="3154680" cy="1371600"/>
          </a:xfrm>
          <a:prstGeom prst="roundRect">
            <a:avLst>
              <a:gd name="adj" fmla="val 10667"/>
            </a:avLst>
          </a:prstGeom>
          <a:solidFill>
            <a:srgbClr val="E8F7F5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2880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98424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034272" y="182880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验证生成链路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34272" y="2194560"/>
            <a:ext cx="202996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</a:rPr>
              <a:t>覆盖“创建应用 → 流式生成 → 预览 → 部署 → 截图”的端到端路径。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651760" y="3794760"/>
            <a:ext cx="315468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52928" y="3995928"/>
            <a:ext cx="475488" cy="475488"/>
          </a:xfrm>
          <a:prstGeom prst="ellipse">
            <a:avLst/>
          </a:prstGeom>
          <a:solidFill>
            <a:srgbClr val="074B6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08376" y="415137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93008" y="39959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完善可观测性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493008" y="4361688"/>
            <a:ext cx="202996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</a:rPr>
              <a:t>接入调用量、成功率、耗时、成本、部署成功率和告警规则。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355080" y="3794760"/>
            <a:ext cx="3154680" cy="1371600"/>
          </a:xfrm>
          <a:prstGeom prst="roundRect">
            <a:avLst>
              <a:gd name="adj" fmla="val 10667"/>
            </a:avLst>
          </a:prstGeom>
          <a:solidFill>
            <a:srgbClr val="E8F7F5"/>
          </a:solidFill>
          <a:ln w="12700">
            <a:solidFill>
              <a:srgbClr val="DCEBE8"/>
            </a:solidFill>
            <a:prstDash val="solid"/>
          </a:ln>
          <a:effectLst>
            <a:outerShdw sx="100000" sy="100000" kx="0" ky="0" algn="bl" rotWithShape="0" blurRad="12700" dist="50800" dir="2700000">
              <a:srgbClr val="0B3B42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56248" y="399592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415137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196328" y="39959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沉淀部署文档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196328" y="4361688"/>
            <a:ext cx="202996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0737A"/>
                </a:solidFill>
              </a:rPr>
              <a:t>区分单体与微服务运行模式，补充服务编排和故障排查手册。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04672" y="5980176"/>
            <a:ext cx="10588752" cy="347472"/>
          </a:xfrm>
          <a:prstGeom prst="roundRect">
            <a:avLst>
              <a:gd name="adj" fmla="val 26316"/>
            </a:avLst>
          </a:prstGeom>
          <a:solidFill>
            <a:srgbClr val="D4F3EE"/>
          </a:solidFill>
          <a:ln w="12700">
            <a:solidFill>
              <a:srgbClr val="D4F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6085332"/>
            <a:ext cx="10058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53B46"/>
                </a:solidFill>
              </a:rPr>
              <a:t>优先级建议：先补质量门禁与配置文档，再扩展业务指标；避免在运行基础未稳定前扩大功能面。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37A"/>
                </a:solidFill>
              </a:rPr>
              <a:t>每日项目状态 / 面向项目维护者与团队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84280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B46"/>
          </a:solidFill>
          <a:ln w="12700">
            <a:solidFill>
              <a:srgbClr val="053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9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1143000"/>
            <a:ext cx="5303520" cy="5303520"/>
          </a:xfrm>
          <a:prstGeom prst="ellipse">
            <a:avLst/>
          </a:prstGeom>
          <a:solidFill>
            <a:srgbClr val="00A896">
              <a:alpha val="65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2560320"/>
            <a:ext cx="4023360" cy="4023360"/>
          </a:xfrm>
          <a:prstGeom prst="ellipse">
            <a:avLst/>
          </a:prstGeom>
          <a:solidFill>
            <a:srgbClr val="02C39A">
              <a:alpha val="4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32D35">
              <a:alpha val="88000"/>
            </a:srgbClr>
          </a:solidFill>
          <a:ln w="12700">
            <a:solidFill>
              <a:srgbClr val="032D3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40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7FFF0"/>
                </a:solidFill>
              </a:rPr>
              <a:t>09 / SUMMARY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9875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6492240" cy="530352"/>
          </a:xfrm>
          <a:prstGeom prst="roundRect">
            <a:avLst>
              <a:gd name="adj" fmla="val 2069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7FBE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97510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FFF0"/>
                </a:solidFill>
              </a:rPr>
              <a:t>稳定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961388"/>
            <a:ext cx="5074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核心代码能力完整，近 7 天无业务代码扰动。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670048"/>
            <a:ext cx="6492240" cy="530352"/>
          </a:xfrm>
          <a:prstGeom prst="roundRect">
            <a:avLst>
              <a:gd name="adj" fmla="val 2069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7FBE3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8163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FFF0"/>
                </a:solidFill>
              </a:rPr>
              <a:t>聚焦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802636"/>
            <a:ext cx="5074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近期产出集中在项目状态汇报自动化和版式迭代。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511296"/>
            <a:ext cx="6492240" cy="530352"/>
          </a:xfrm>
          <a:prstGeom prst="roundRect">
            <a:avLst>
              <a:gd name="adj" fmla="val 2069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7FBE3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6576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FFF0"/>
                </a:solidFill>
              </a:rPr>
              <a:t>补强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643884"/>
            <a:ext cx="5074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CI、端到端验证、配置文档、业务监控仍是主要短板。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352544"/>
            <a:ext cx="6492240" cy="530352"/>
          </a:xfrm>
          <a:prstGeom prst="roundRect">
            <a:avLst>
              <a:gd name="adj" fmla="val 2069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7FBE3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49884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FFF0"/>
                </a:solidFill>
              </a:rPr>
              <a:t>推进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4485132"/>
            <a:ext cx="5074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下一步建议先打通质量门禁和运行编排，再扩充指标体系。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01000" y="1371600"/>
            <a:ext cx="2697480" cy="3429000"/>
          </a:xfrm>
          <a:prstGeom prst="roundRect">
            <a:avLst>
              <a:gd name="adj" fmla="val 745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77FBE3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1773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FFF0"/>
                </a:solidFill>
              </a:rPr>
              <a:t>报告文件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94192" y="22128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docs/reports/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project-status-2026-06-09.pptx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0" y="3383280"/>
            <a:ext cx="1353312" cy="1353312"/>
          </a:xfrm>
          <a:prstGeom prst="ellipse">
            <a:avLst/>
          </a:prstGeom>
          <a:solidFill>
            <a:srgbClr val="02C39A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9408" y="391363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636422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FF7"/>
                </a:solidFill>
              </a:rPr>
              <a:t>资料来源：README、模块目录、配置文件、近 7 天 git 提交。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2026-06-09</dc:title>
  <dc:subject>每日项目状态汇报</dc:subject>
  <dc:creator>Cursor Automation</dc:creator>
  <cp:lastModifiedBy>Cursor Automation</cp:lastModifiedBy>
  <cp:revision>1</cp:revision>
  <dcterms:created xsi:type="dcterms:W3CDTF">2026-06-09T09:15:16Z</dcterms:created>
  <dcterms:modified xsi:type="dcterms:W3CDTF">2026-06-09T09:15:16Z</dcterms:modified>
</cp:coreProperties>
</file>