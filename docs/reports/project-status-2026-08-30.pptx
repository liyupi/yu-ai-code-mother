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028090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5074920"/>
            <a:ext cx="1828800" cy="1828800"/>
          </a:xfrm>
          <a:prstGeom prst="ellipse">
            <a:avLst/>
          </a:prstGeom>
          <a:solidFill>
            <a:srgbClr val="00A896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 ·  DAILY BRIEF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182112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2026年8月30日  ·  北京时间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能力闭环已完成教学里程碑，近一年主线无业务合入。本日只读仓库与公开 Issue，不改动代码。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7091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1404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教学团队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9080" y="47091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14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期后稳态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47091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14047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仅文档汇报，无业务改动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303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数据截止：仓库 master @ 893918c  ·  近 7 日无业务提交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代码生成平台：用户描述需求后，系统自动路由生成策略、流式产出代码，并支持预览、编辑、部署与后台治理。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5577840" cy="2121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27632"/>
            <a:ext cx="91440" cy="21214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190195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93392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9202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双形态交付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9808" y="254203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根目录单体 Spring Boot 与 7 模块微服务并存，教学路径完整保留。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1627632"/>
            <a:ext cx="5577840" cy="2121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1627632"/>
            <a:ext cx="91440" cy="21214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56248" y="190195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9339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19202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驱动主路径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56248" y="254203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工具调用加 LangGraph4j 工作流，覆盖路由、增强、生成与质检。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7200" y="3959352"/>
            <a:ext cx="5577840" cy="2121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3959352"/>
            <a:ext cx="91440" cy="21214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20"/>
          <p:cNvSpPr/>
          <p:nvPr/>
        </p:nvSpPr>
        <p:spPr>
          <a:xfrm>
            <a:off x="749808" y="42336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2511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全栈技术栈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749808" y="48737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21、Spring Boot 3.5、Redis、Vue 3 与 Vite 7；观测使用 Prometheus 与 Grafana。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263640" y="3959352"/>
            <a:ext cx="5577840" cy="21214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63640" y="3959352"/>
            <a:ext cx="91440" cy="21214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Shape 25"/>
          <p:cNvSpPr/>
          <p:nvPr/>
        </p:nvSpPr>
        <p:spPr>
          <a:xfrm>
            <a:off x="6556248" y="42336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25112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0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工程护栏已落地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6556248" y="48737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审查、限流、多级缓存、会话记忆与 AI 指标采集均已进入主线。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2633472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097280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13350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1481328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" y="20665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0936" y="248716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按需求选择 HTML、多文件或 Vue 工程。工具写文件，过程流式回传。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37560" y="1097280"/>
            <a:ext cx="2633472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097280"/>
            <a:ext cx="2633472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13350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48132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47288" y="20665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465576" y="248716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右侧实时预览站点。对话页可继续改需求，满意后再部署。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72200" y="1097280"/>
            <a:ext cx="2633472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97280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9"/>
          <p:cNvSpPr/>
          <p:nvPr/>
        </p:nvSpPr>
        <p:spPr>
          <a:xfrm>
            <a:off x="7178040" y="13350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148132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81928" y="20665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300216" y="248716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部署得到访问地址。自动截封面，并支持下载完整源码。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006840" y="1097280"/>
            <a:ext cx="2633472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06840" y="1097280"/>
            <a:ext cx="2633472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Shape 24"/>
          <p:cNvSpPr/>
          <p:nvPr/>
        </p:nvSpPr>
        <p:spPr>
          <a:xfrm>
            <a:off x="10012680" y="133502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1481328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16568" y="206654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134856" y="248716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用户、应用与精选后台齐全。管理员可查看调用与性能。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" y="4114800"/>
            <a:ext cx="11247120" cy="214884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4" name="Text 28"/>
          <p:cNvSpPr/>
          <p:nvPr/>
        </p:nvSpPr>
        <p:spPr>
          <a:xfrm>
            <a:off x="658368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生成工作流主链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583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36" name="Text 30"/>
          <p:cNvSpPr/>
          <p:nvPr/>
        </p:nvSpPr>
        <p:spPr>
          <a:xfrm>
            <a:off x="6583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37" name="Text 31"/>
          <p:cNvSpPr/>
          <p:nvPr/>
        </p:nvSpPr>
        <p:spPr>
          <a:xfrm>
            <a:off x="6583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采集配图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24871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39" name="Text 33"/>
          <p:cNvSpPr/>
          <p:nvPr/>
        </p:nvSpPr>
        <p:spPr>
          <a:xfrm>
            <a:off x="24871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24871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增强提示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43159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42" name="Text 36"/>
          <p:cNvSpPr/>
          <p:nvPr/>
        </p:nvSpPr>
        <p:spPr>
          <a:xfrm>
            <a:off x="43159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43159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策略路由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61447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45" name="Text 39"/>
          <p:cNvSpPr/>
          <p:nvPr/>
        </p:nvSpPr>
        <p:spPr>
          <a:xfrm>
            <a:off x="61447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6" name="Text 40"/>
          <p:cNvSpPr/>
          <p:nvPr/>
        </p:nvSpPr>
        <p:spPr>
          <a:xfrm>
            <a:off x="61447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生成代码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79735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48" name="Text 42"/>
          <p:cNvSpPr/>
          <p:nvPr/>
        </p:nvSpPr>
        <p:spPr>
          <a:xfrm>
            <a:off x="79735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9" name="Text 43"/>
          <p:cNvSpPr/>
          <p:nvPr/>
        </p:nvSpPr>
        <p:spPr>
          <a:xfrm>
            <a:off x="79735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500" dirty="0"/>
          </a:p>
        </p:txBody>
      </p:sp>
      <p:sp>
        <p:nvSpPr>
          <p:cNvPr id="50" name="Shape 44"/>
          <p:cNvSpPr/>
          <p:nvPr/>
        </p:nvSpPr>
        <p:spPr>
          <a:xfrm>
            <a:off x="9802368" y="47091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14047"/>
          </a:solidFill>
          <a:ln/>
        </p:spPr>
      </p:sp>
      <p:sp>
        <p:nvSpPr>
          <p:cNvPr id="51" name="Text 45"/>
          <p:cNvSpPr/>
          <p:nvPr/>
        </p:nvSpPr>
        <p:spPr>
          <a:xfrm>
            <a:off x="9802368" y="48646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52" name="Text 46"/>
          <p:cNvSpPr/>
          <p:nvPr/>
        </p:nvSpPr>
        <p:spPr>
          <a:xfrm>
            <a:off x="9802368" y="5349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工程构建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548640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78992"/>
            <a:ext cx="548640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4358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1338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单体应用（教学主线）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1847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21214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生成服务、类型路由、护轨、文件工具集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688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核心引擎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29626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门面、解析/保存、流式处理、Vue 构建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3529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5800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节点：配图、增强、路由、质检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4370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业务域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" y="46451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用户、应用、对话历史、部署与截图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5212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" y="54864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鉴权、限流、Redis 记忆、AI 指标监听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7920" y="1078992"/>
            <a:ext cx="548640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078992"/>
            <a:ext cx="5486400" cy="53035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1170432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243584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58000" y="11338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微服务（第 14 期）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6419088" y="1783080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30" name="Text 26"/>
          <p:cNvSpPr/>
          <p:nvPr/>
        </p:nvSpPr>
        <p:spPr>
          <a:xfrm>
            <a:off x="6419088" y="17830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119872" y="1783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通用配置、COS、异常与常量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19088" y="2404872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33" name="Text 29"/>
          <p:cNvSpPr/>
          <p:nvPr/>
        </p:nvSpPr>
        <p:spPr>
          <a:xfrm>
            <a:off x="6419088" y="240487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8119872" y="2404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实体、DTO、枚举与 VO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419088" y="3026664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36" name="Text 32"/>
          <p:cNvSpPr/>
          <p:nvPr/>
        </p:nvSpPr>
        <p:spPr>
          <a:xfrm>
            <a:off x="6419088" y="30266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8119872" y="30266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 RPC 接口契约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419088" y="3648456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39" name="Text 35"/>
          <p:cNvSpPr/>
          <p:nvPr/>
        </p:nvSpPr>
        <p:spPr>
          <a:xfrm>
            <a:off x="6419088" y="36484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8119872" y="36484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账号鉴权与用户服务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419088" y="4270248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42" name="Text 38"/>
          <p:cNvSpPr/>
          <p:nvPr/>
        </p:nvSpPr>
        <p:spPr>
          <a:xfrm>
            <a:off x="6419088" y="42702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8119872" y="42702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应用、对话、下载主业务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6419088" y="4892040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45" name="Text 41"/>
          <p:cNvSpPr/>
          <p:nvPr/>
        </p:nvSpPr>
        <p:spPr>
          <a:xfrm>
            <a:off x="6419088" y="4892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8119872" y="48920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模型、工具与生成工厂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6419088" y="5513832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E6F3F2"/>
          </a:solidFill>
          <a:ln/>
        </p:spPr>
      </p:sp>
      <p:sp>
        <p:nvSpPr>
          <p:cNvPr id="48" name="Text 44"/>
          <p:cNvSpPr/>
          <p:nvPr/>
        </p:nvSpPr>
        <p:spPr>
          <a:xfrm>
            <a:off x="6419088" y="5513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8119872" y="55138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网页截图独立服务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PROGRESS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3840480" cy="519379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12801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0744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7008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日窗口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6656" y="1874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笔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76656" y="2788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停在 2025-08-26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" y="36576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自动化连续产出日报草稿，覆盖 8 月 19 日至 29 日。Issue 81 在 8 月 28 日有改用 yarn 的评论，属学员环境反馈，未合入主线。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26280" y="1078992"/>
            <a:ext cx="71780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26280" y="1078992"/>
            <a:ext cx="91440" cy="11155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11704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0600" y="140817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 期系统优化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800600" y="17190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审查、实时性与成本优化连续落地。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26280" y="2377440"/>
            <a:ext cx="71780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26280" y="2377440"/>
            <a:ext cx="91440" cy="11155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2468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0600" y="27066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800600" y="3017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部署上线路径打通；Prometheus / Grafana 可观测性接入。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26280" y="3675888"/>
            <a:ext cx="71780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3675888"/>
            <a:ext cx="91440" cy="11155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3767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0600" y="400507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期微服务完成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800600" y="43159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 10 次提交拆出 7 模块；最终提交恢复完整单体，避免中间态。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26280" y="4974336"/>
            <a:ext cx="717804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26280" y="4974336"/>
            <a:ext cx="91440" cy="11155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5065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2026-08-28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00600" y="53035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社区动态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800600" y="561441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#81（npm 清华镜像 404）获建议改 yarn；#5 / #65 仍开放。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D8EF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说明：本仓未接入生产运行看板。以下数字来自仓库与 GitHub 公开元数据，不是线上 DAU / Token 消耗。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19072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75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主线提交总数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截至提交 893918c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719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719072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975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480560" y="2862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文件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位于 com.yupi 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719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1719072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1975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275320" y="2862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532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与 Nacos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005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005072"/>
            <a:ext cx="3611880" cy="73152"/>
          </a:xfrm>
          <a:prstGeom prst="rect">
            <a:avLst/>
          </a:prstGeom>
          <a:solidFill>
            <a:srgbClr val="8A691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61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685800" y="5148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513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25 个用例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4005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0" y="4005072"/>
            <a:ext cx="3611880" cy="73152"/>
          </a:xfrm>
          <a:prstGeom prst="rect">
            <a:avLst/>
          </a:prstGeom>
          <a:solidFill>
            <a:srgbClr val="8A6914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4261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4480560" y="5148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0560" y="5513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编号 5、65、81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92440" y="4005072"/>
            <a:ext cx="36118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92440" y="4005072"/>
            <a:ext cx="3611880" cy="73152"/>
          </a:xfrm>
          <a:prstGeom prst="rect">
            <a:avLst/>
          </a:prstGeom>
          <a:solidFill>
            <a:srgbClr val="8A6914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426110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8275320" y="51480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75320" y="5513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仅有日报草稿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与测试状态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55778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71600"/>
            <a:ext cx="457200" cy="457200"/>
          </a:xfrm>
          <a:prstGeom prst="ellipse">
            <a:avLst/>
          </a:prstGeom>
          <a:solidFill>
            <a:srgbClr val="A14E1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630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38988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无项目级流水线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25880" y="198424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 workflows 配置。构建、单测和前端检查均未作为拉取请求门禁自动执行。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1115568"/>
            <a:ext cx="55778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19672" y="1371600"/>
            <a:ext cx="457200" cy="457200"/>
          </a:xfrm>
          <a:prstGeom prst="ellipse">
            <a:avLst/>
          </a:prstGeom>
          <a:solidFill>
            <a:srgbClr val="146C5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4630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38988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有本地测试资产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132320" y="198424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14 个测试类、25 个用例，覆盖解析、工作流节点、配图工具与生成门面。微服务未见对等测试。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675888"/>
            <a:ext cx="55778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233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9502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多为集成向用例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325880" y="454456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大量用例依赖真实模型或外网图片服务。本日未执行整套测试，结果不可当作绿灯。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263640" y="3675888"/>
            <a:ext cx="55778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19672" y="3931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0233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0" y="39502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仅见无关成功记录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132320" y="454456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最近成功记录是 2026 年 3 月 9 日的 Copilot 动态任务，与业务回归无关。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12801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9B2C2C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2801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主线长期无演进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距最后业务提交已超过一年。文档日报不能替代缺陷修复与依赖升级。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8848" y="12801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9B2C2C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12801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工程生成缺陷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98848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5：DeepSeek 工具调用缺少思考字段，生成 Vue 项目会直接失败。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109728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93608" y="12801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A14E14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12801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1682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双架构同步成本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93608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单体与微服务各有一份实现。中间态提交曾污染主干，后续改动易分叉。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70332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388620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A14E14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38862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" y="4288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学员安装受阻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4088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81：清华 npm 镜像缺少 Vite 插件 6.x，前端安装会失败。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370332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388620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A14E14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8862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98848" y="4288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能力缺口未排期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498848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65 联网搜索工具仍开放，生成结果时效性受限。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92440" y="3703320"/>
            <a:ext cx="36118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93608" y="388620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8293608" y="38862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93608" y="4288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上游补丁残留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93608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内嵌 LangChain4j 含调试打印，有误提交和日志噪音风险。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12471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097280"/>
            <a:ext cx="1005840" cy="8961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09728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64208" y="11704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补齐前端安装说明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64208" y="149961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在前端 README 标明官方 registry 或 yarn；给 #81 一个可复制的排障段落，降低学员卡点。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112471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21408"/>
            <a:ext cx="1005840" cy="89611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2140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64208" y="219456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复现并修复 Issue #5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64208" y="252374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DeepSeek thinking 模式的消息字段，避免 Vue 工程生成在工具调用阶段直接报错。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112471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45536"/>
            <a:ext cx="1005840" cy="8961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45536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64208" y="32186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加最小 CI 门禁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64208" y="354787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先跑可离线的编译 + CodeParser 等单测；前端加 type-check / lint。外网集成测试单独打标。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112471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69664"/>
            <a:ext cx="1005840" cy="89611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6966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64208" y="4242816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约定主线架构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64208" y="457200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明确后续改动落单体还是微服务，避免再出现「中间态污染教学主干」的提交。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5193792"/>
            <a:ext cx="1124712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5193792"/>
            <a:ext cx="1005840" cy="8961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193792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64208" y="526694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清理上游补丁噪音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64208" y="559612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 vendored LangChain4j，去掉调试输出；评估 #65 搜索工具是否纳入下一期教程。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05840"/>
            <a:ext cx="2560320" cy="2560320"/>
          </a:xfrm>
          <a:prstGeom prst="ellipse">
            <a:avLst/>
          </a:prstGeom>
          <a:solidFill>
            <a:srgbClr val="028090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10607040" cy="120700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63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144475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能力闭环已经完成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865376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生成、预览、部署、治理与观测构成完整教学产品；第 14 期微服务可作为进阶对照。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10607040" cy="120700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346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281635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主线处于维护空窗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3236976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日零业务提交。社区问题在积压，日报自动化不能替代缺陷与文档响应。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023360"/>
            <a:ext cx="10607040" cy="1207008"/>
          </a:xfrm>
          <a:prstGeom prst="rect">
            <a:avLst/>
          </a:prstGeom>
          <a:solidFill>
            <a:srgbClr val="01404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062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103120" y="4187952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工程化是当前短板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03120" y="4608576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CI、测试偏集成、双架构易分叉。本周应优先可上手与可回归，而不是新功能。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下一步一句话：先让学员装得上、Vue 生成跑得通，再谈新工具与微服务演进。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6601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2026-08-30</dc:title>
  <dc:subject>AI 零代码应用生成平台项目状态</dc:subject>
  <dc:creator>yu-ai-code-mother 维护自动化</dc:creator>
  <cp:lastModifiedBy>yu-ai-code-mother 维护自动化</cp:lastModifiedBy>
  <cp:revision>1</cp:revision>
  <dcterms:created xsi:type="dcterms:W3CDTF">2026-08-30T09:30:54Z</dcterms:created>
  <dcterms:modified xsi:type="dcterms:W3CDTF">2026-08-30T09:30:54Z</dcterms:modified>
</cp:coreProperties>
</file>