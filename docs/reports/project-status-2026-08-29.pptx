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文件数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13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单体主代码</c:v>
                  </c:pt>
                  <c:pt idx="1">
                    <c:v>单体测试</c:v>
                  </c:pt>
                  <c:pt idx="2">
                    <c:v>微服务</c:v>
                  </c:pt>
                  <c:pt idx="3">
                    <c:v>前端 Vue/TS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</c:v>
                </c:pt>
                <c:pt idx="1">
                  <c:v>15</c:v>
                </c:pt>
                <c:pt idx="2">
                  <c:v>118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3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4A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4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5C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023360" cy="402336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每日站会  ·  维护者简报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项目状态汇报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面向教学与工程实践的企业级 AI 代码生成平台。用户描述需求后，平台自动路由生成策略、流式产出代码，并支持可视化改稿、一键部署与后台治理。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2606040" cy="402336"/>
          </a:xfrm>
          <a:prstGeom prst="roundRect">
            <a:avLst>
              <a:gd name="adj" fmla="val 18182"/>
            </a:avLst>
          </a:prstGeom>
          <a:solidFill>
            <a:srgbClr val="024A5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233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2026-08-29  北京时间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4023360"/>
            <a:ext cx="2331720" cy="402336"/>
          </a:xfrm>
          <a:prstGeom prst="roundRect">
            <a:avLst>
              <a:gd name="adj" fmla="val 18182"/>
            </a:avLst>
          </a:prstGeom>
          <a:solidFill>
            <a:srgbClr val="024A5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40233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4023360"/>
            <a:ext cx="2697480" cy="402336"/>
          </a:xfrm>
          <a:prstGeom prst="roundRect">
            <a:avLst>
              <a:gd name="adj" fmla="val 18182"/>
            </a:avLst>
          </a:prstGeom>
          <a:solidFill>
            <a:srgbClr val="024A54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402336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+ 7 模块微服务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6304" y="5989320"/>
            <a:ext cx="12045391" cy="868680"/>
          </a:xfrm>
          <a:prstGeom prst="rect">
            <a:avLst/>
          </a:prstGeom>
          <a:solidFill>
            <a:srgbClr val="011F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数据来源：仓库 README、模块目录、git 全量提交、GitHub Issues / Actions（公开）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教学主线已走完 14 期，能力闭环成型；近一年业务仓库进入维护观察期。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143000"/>
            <a:ext cx="276148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143000"/>
            <a:ext cx="91440" cy="15727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12070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22376" y="18470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已完成到微服务改造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1143000"/>
            <a:ext cx="276148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143000"/>
            <a:ext cx="91440" cy="15727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3648456" y="12070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648456" y="18470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治理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55080" y="1143000"/>
            <a:ext cx="276148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55080" y="1143000"/>
            <a:ext cx="91440" cy="1572768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17" name="Text 14"/>
          <p:cNvSpPr/>
          <p:nvPr/>
        </p:nvSpPr>
        <p:spPr>
          <a:xfrm>
            <a:off x="6574536" y="12070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574536" y="18470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至 screenshot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281160" y="1143000"/>
            <a:ext cx="276148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143000"/>
            <a:ext cx="91440" cy="1572768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21" name="Text 18"/>
          <p:cNvSpPr/>
          <p:nvPr/>
        </p:nvSpPr>
        <p:spPr>
          <a:xfrm>
            <a:off x="9500616" y="12070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9500616" y="18470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业务仓无新代码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2944368"/>
            <a:ext cx="5532120" cy="3364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1520" y="309067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这是什么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1520" y="34747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 AI 应用生成器：输入自然语言需求，系统用 LangChain4j 工具调用与 LangGraph4j 工作流产出 HTML、多文件或 Vue 工程，并在前端实时预览。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" y="461772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受众：编程导航学员与仓库维护者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形态：单体 Spring Boot 与微服务两套代码并存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TypeScript + Ant Design Vue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定位：教学完整、工程可运行，非日更产品仓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63640" y="2944368"/>
            <a:ext cx="5440680" cy="336499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3090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技术快照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492240" y="3529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35240" y="35295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 / MyBatis-Flex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92240" y="3950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635240" y="3950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 + LangGraph4j 1.6.0-rc2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92240" y="4370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635240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+ 通义 qwen-turbo 路由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92240" y="47914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中间件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635240" y="47914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 · Redisson 限流 · Caffeine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92240" y="5212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635240" y="5212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+ Grafana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92240" y="56327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635240" y="5632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3.3 + Nacos（微服务轨）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四条产品主线已在单体与前端闭环；工作流与治理能力作为增强层。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170432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463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8191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0472" y="1499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240" y="21945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按需求自动路由 HTML、多文件或 Vue 工程。工具调用读写改删文件，SSE 流式展示推理与执行过程。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355080" y="1170432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146304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5819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42632" y="1499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629400" y="21945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预览页进入编辑模式后点选元素，把选择器与文案回传给 AI，支持原生全量改与工程增量改。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02920" y="3822192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114800"/>
            <a:ext cx="530352" cy="530352"/>
          </a:xfrm>
          <a:prstGeom prst="ellipse">
            <a:avLst/>
          </a:prstGeom>
          <a:solidFill>
            <a:srgbClr val="013A4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3367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0472" y="4151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77240" y="484632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一键部署获得可访问地址，Selenium 截封面上传对象存储，并支持完整项目打包下载。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355080" y="3822192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9400" y="411480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23367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42632" y="4151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治理与观测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629400" y="484632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用户、应用、对话后台与精选应用。Prompt 护栏加用户级限流，Prometheus 采集模型调用。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960120"/>
            <a:ext cx="553212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960120"/>
            <a:ext cx="553212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98755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单体轨  ·  src/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15361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控制器覆盖应用、用户、对话历史、工作流 SSE、静态资源与健康检查。核心含 AI 工具、护栏、工作流节点、限流与监控。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331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个主代码 Java 文件  ·  15 个测试类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" y="274320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6700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 领域服务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" y="3054096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9809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文件工具 + ToolManager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9808" y="336499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291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质量检查与图片并发子图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" y="3675888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6027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多级缓存与 Session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960120"/>
            <a:ext cx="54406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960120"/>
            <a:ext cx="5440680" cy="438912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98755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微服务轨  ·  7 模块 / 118 Java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46520" y="1572768"/>
            <a:ext cx="1170432" cy="960120"/>
          </a:xfrm>
          <a:prstGeom prst="rect">
            <a:avLst/>
          </a:prstGeom>
          <a:solidFill>
            <a:srgbClr val="D0EBE8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175564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46520" y="20665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26680" y="1572768"/>
            <a:ext cx="1170432" cy="960120"/>
          </a:xfrm>
          <a:prstGeom prst="rect">
            <a:avLst/>
          </a:prstGeom>
          <a:solidFill>
            <a:srgbClr val="D0EBE8"/>
          </a:solidFill>
          <a:ln/>
        </p:spPr>
      </p:sp>
      <p:sp>
        <p:nvSpPr>
          <p:cNvPr id="26" name="Text 23"/>
          <p:cNvSpPr/>
          <p:nvPr/>
        </p:nvSpPr>
        <p:spPr>
          <a:xfrm>
            <a:off x="7726680" y="175564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26680" y="20665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006840" y="1572768"/>
            <a:ext cx="1170432" cy="960120"/>
          </a:xfrm>
          <a:prstGeom prst="rect">
            <a:avLst/>
          </a:prstGeom>
          <a:solidFill>
            <a:srgbClr val="D0EBE8"/>
          </a:solidFill>
          <a:ln/>
        </p:spPr>
      </p:sp>
      <p:sp>
        <p:nvSpPr>
          <p:cNvPr id="29" name="Text 26"/>
          <p:cNvSpPr/>
          <p:nvPr/>
        </p:nvSpPr>
        <p:spPr>
          <a:xfrm>
            <a:off x="9006840" y="175564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006840" y="20665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287000" y="1572768"/>
            <a:ext cx="1170432" cy="960120"/>
          </a:xfrm>
          <a:prstGeom prst="rect">
            <a:avLst/>
          </a:prstGeom>
          <a:solidFill>
            <a:srgbClr val="D8F3EF"/>
          </a:solidFill>
          <a:ln/>
        </p:spPr>
      </p:sp>
      <p:sp>
        <p:nvSpPr>
          <p:cNvPr id="32" name="Text 29"/>
          <p:cNvSpPr/>
          <p:nvPr/>
        </p:nvSpPr>
        <p:spPr>
          <a:xfrm>
            <a:off x="10287000" y="175564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287000" y="20665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46520" y="2670048"/>
            <a:ext cx="1170432" cy="960120"/>
          </a:xfrm>
          <a:prstGeom prst="rect">
            <a:avLst/>
          </a:prstGeom>
          <a:solidFill>
            <a:srgbClr val="D8F3EF"/>
          </a:solidFill>
          <a:ln/>
        </p:spPr>
      </p:sp>
      <p:sp>
        <p:nvSpPr>
          <p:cNvPr id="35" name="Text 32"/>
          <p:cNvSpPr/>
          <p:nvPr/>
        </p:nvSpPr>
        <p:spPr>
          <a:xfrm>
            <a:off x="6446520" y="285292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46520" y="31638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726680" y="2670048"/>
            <a:ext cx="1170432" cy="960120"/>
          </a:xfrm>
          <a:prstGeom prst="rect">
            <a:avLst/>
          </a:prstGeom>
          <a:solidFill>
            <a:srgbClr val="D8F3EF"/>
          </a:solidFill>
          <a:ln/>
        </p:spPr>
      </p:sp>
      <p:sp>
        <p:nvSpPr>
          <p:cNvPr id="38" name="Text 35"/>
          <p:cNvSpPr/>
          <p:nvPr/>
        </p:nvSpPr>
        <p:spPr>
          <a:xfrm>
            <a:off x="7726680" y="285292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726680" y="31638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006840" y="2670048"/>
            <a:ext cx="2468880" cy="960120"/>
          </a:xfrm>
          <a:prstGeom prst="rect">
            <a:avLst/>
          </a:prstGeom>
          <a:solidFill>
            <a:srgbClr val="D8F3EF"/>
          </a:solidFill>
          <a:ln/>
        </p:spPr>
      </p:sp>
      <p:sp>
        <p:nvSpPr>
          <p:cNvPr id="41" name="Text 38"/>
          <p:cNvSpPr/>
          <p:nvPr/>
        </p:nvSpPr>
        <p:spPr>
          <a:xfrm>
            <a:off x="9006840" y="28529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00684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02920" y="4224528"/>
            <a:ext cx="11201400" cy="2103120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" y="433425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主工作流（CodeGenWorkflow）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858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Text 43"/>
          <p:cNvSpPr/>
          <p:nvPr/>
        </p:nvSpPr>
        <p:spPr>
          <a:xfrm>
            <a:off x="6858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6858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采集图片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25146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6"/>
          <p:cNvSpPr/>
          <p:nvPr/>
        </p:nvSpPr>
        <p:spPr>
          <a:xfrm>
            <a:off x="25146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25146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增强提示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43434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2" name="Text 49"/>
          <p:cNvSpPr/>
          <p:nvPr/>
        </p:nvSpPr>
        <p:spPr>
          <a:xfrm>
            <a:off x="43434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43434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智能路由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61722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Text 52"/>
          <p:cNvSpPr/>
          <p:nvPr/>
        </p:nvSpPr>
        <p:spPr>
          <a:xfrm>
            <a:off x="61722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61722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生成代码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80010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8" name="Text 55"/>
          <p:cNvSpPr/>
          <p:nvPr/>
        </p:nvSpPr>
        <p:spPr>
          <a:xfrm>
            <a:off x="80010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80010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9829800" y="4736592"/>
            <a:ext cx="16916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1" name="Text 58"/>
          <p:cNvSpPr/>
          <p:nvPr/>
        </p:nvSpPr>
        <p:spPr>
          <a:xfrm>
            <a:off x="9829800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9829800" y="52852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构建项目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日业务仓无新提交。左侧为昨日社区动态，右侧为最近代码里程碑（2025 年 8 月）。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143000"/>
            <a:ext cx="3794760" cy="5166360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25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昨日观察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#81「npm install 执行失败」新增评论：清华 npm 镜像缺少 @vitejs/plugin-vue 6.x，有学员改用 yarn 观察进度。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对维护者的含义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977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Vite 7 依赖对国内镜像不友好，文档未写清推荐源或包管理器，学习者卡在环境搭建。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5212080"/>
            <a:ext cx="333756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2120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业务代码：无变更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26280" y="1143000"/>
            <a:ext cx="7178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61848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2527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74920" y="1508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 · 微服务改造完成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74920" y="18379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 7 模块，Dubbo + Nacos 打通；提交说明提醒中间态不可单独使用。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2441448"/>
            <a:ext cx="7178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91693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25511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74920" y="28072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13–12 期 · 可观测与上线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74920" y="3136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/ Prometheus / Grafana；部署上线教程落地。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26280" y="3739896"/>
            <a:ext cx="7178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421538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5074920" y="3849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74920" y="41056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 · 系统优化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0749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审查、稳定性与成本优化连续提交。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038344"/>
            <a:ext cx="71780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551383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5074920" y="5148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074920" y="54041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 · AI 工作流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074920" y="5733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主图、子图与图片并发收集。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数据与质量要点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仓库可统计指标如下；线上调用量、首 Token、部署成功率待接通 Grafana，本日用结构说明。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78992"/>
          <a:ext cx="5943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92240" y="1115568"/>
            <a:ext cx="26060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01968" y="12252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6601968" y="1810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01968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2025-07-24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235440" y="1115568"/>
            <a:ext cx="26060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345168" y="12252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345168" y="1810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345168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92240" y="2715768"/>
            <a:ext cx="26060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601968" y="2825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601968" y="3410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开放议题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01968" y="3739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/ #65 / #81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235440" y="2715768"/>
            <a:ext cx="26060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345168" y="2825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368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9345168" y="3410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距上次代码提交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9345168" y="3739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起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02920" y="4480560"/>
            <a:ext cx="11201400" cy="1874520"/>
          </a:xfrm>
          <a:prstGeom prst="rect">
            <a:avLst/>
          </a:prstGeom>
          <a:solidFill>
            <a:srgbClr val="D0EBE8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4617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业务运行指标（待 Grafana / Actuator 生产数据）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31520" y="5010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日生成次数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31520" y="5349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3520440" y="5010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平均首 Token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520440" y="5349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6309360" y="5010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309360" y="5349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9098280" y="50109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限流触发次数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098280" y="5349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未完成与社区议题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024128"/>
            <a:ext cx="36576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1207008"/>
            <a:ext cx="658368" cy="292608"/>
          </a:xfrm>
          <a:prstGeom prst="rect">
            <a:avLst/>
          </a:prstGeom>
          <a:solidFill>
            <a:srgbClr val="F8E8EA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1207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90472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4088" y="16642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工程生成缺推理字段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4088" y="25146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思考模式工具调用时报 reasoning_content 缺失。开放自 2025-12-29，影响 Vue 工程主路径。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024128"/>
            <a:ext cx="36576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1207008"/>
            <a:ext cx="658368" cy="292608"/>
          </a:xfrm>
          <a:prstGeom prst="rect">
            <a:avLst/>
          </a:prstGeom>
          <a:solidFill>
            <a:srgbClr val="D0EBE8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1207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30952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44568" y="16642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接入联网搜索工具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44568" y="25146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计划新增 You.com 搜索工具，仅对 Vue 工程可见。提出于 2026-07-26，尚未合入主线。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83880" y="1024128"/>
            <a:ext cx="36576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85048" y="1207008"/>
            <a:ext cx="658368" cy="292608"/>
          </a:xfrm>
          <a:prstGeom prst="rect">
            <a:avLst/>
          </a:prstGeom>
          <a:solidFill>
            <a:srgbClr val="FDF3E7"/>
          </a:solidFill>
          <a:ln/>
        </p:spPr>
      </p:sp>
      <p:sp>
        <p:nvSpPr>
          <p:cNvPr id="20" name="Text 17"/>
          <p:cNvSpPr/>
          <p:nvPr/>
        </p:nvSpPr>
        <p:spPr>
          <a:xfrm>
            <a:off x="8385048" y="1207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71432" y="1188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85048" y="16642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国内镜像无法安装前端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85048" y="25146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 npm 源缺少 Vite 7 的 plugin-vue。昨日评论建议改用 yarn。文档未给出官方安装路径。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4297680"/>
            <a:ext cx="11201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44348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仓库内部未收口项（非 Issue）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520" y="4828032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内嵌 LangChain4j 源码含调试打印与未完成注释，与上游版本绑定，升级成本高。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Spring Boot 3.5.4 与微服务父工程 3.5.3 不一致；LangGraph4j 使用 1.6.0-rc2。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告警规则仍为注释；仓库没有自建 GitHub Actions 构建测试流水线。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024128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298448"/>
            <a:ext cx="475488" cy="475488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3990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99032" y="13167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主线长期静默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58952" y="198424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距上次业务提交已超过一年。每日状态 PR 在堆积，真实代码漂移风险上升，安全补丁与依赖漏洞无法被流水线发现。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55080" y="1024128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11112" y="129844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3990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192" y="13167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双架构同步成本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11112" y="198424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单体与微服务并行。第 14 期中间态提交曾改坏单体，文档已警示。后续修缺陷需同时评估两套代码。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02920" y="3721608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" y="3995928"/>
            <a:ext cx="475488" cy="47548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965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99032" y="401421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生成主路径缺陷未关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58952" y="468172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阻塞 Vue 工程在 DeepSeek Reasoner 下的工具调用。教学演示若走该模型会直接失败。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355080" y="3721608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11112" y="3995928"/>
            <a:ext cx="475488" cy="475488"/>
          </a:xfrm>
          <a:prstGeom prst="ellipse">
            <a:avLst/>
          </a:prstGeom>
          <a:solidFill>
            <a:srgbClr val="013A4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0965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51192" y="401421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空窗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6611112" y="468172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个测试类多为集成和外网依赖，本日未跑通套件。仓库无自建 Actions，回归只能靠人工。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918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931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按「先止血、再约定、后增强」排序，每条都能在一周内启动。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115568"/>
            <a:ext cx="112014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298448"/>
            <a:ext cx="658368" cy="5303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29844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12984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补前端安装说明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63440" y="12801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在前端 README 写明 npm 官方源或 yarn，避开失效镜像，直接回应 #81。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2139696"/>
            <a:ext cx="112014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2322576"/>
            <a:ext cx="658368" cy="5303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232257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23225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复现并修复 #5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63440" y="2304288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补齐思考模式推理字段，或在 Vue 工程路径改用非思考模型并写清约束。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2920" y="3163824"/>
            <a:ext cx="112014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" y="3346704"/>
            <a:ext cx="658368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34670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08760" y="3346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最小 CI 绿灯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63440" y="3328416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增加编译与不连外网的单测工作流，至少覆盖 CodeParser 等纯逻辑类。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187952"/>
            <a:ext cx="112014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" y="4370832"/>
            <a:ext cx="658368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4370832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08760" y="43708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约定主线架构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663440" y="4352544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文档标明「学习用单体 / 进阶用微服务」，避免再出现中间态污染。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02920" y="5212080"/>
            <a:ext cx="112014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8368" y="5394960"/>
            <a:ext cx="658368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658368" y="539496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08760" y="53949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隔离上游补丁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663440" y="537667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把内嵌 LangChain4j 改动收成补丁说明，去掉调试打印，评估升到稳定版。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能力已齐、主线静默、社区仍在提问——维护重点从「继续加功能」转为「守住可运行」。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72800" cy="1170432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77440" y="1801368"/>
            <a:ext cx="8961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生成、可视化编辑、部署分享、后台治理四条线完整，工作流与限流护栏已在教程中落地。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00" cy="1170432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节奏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3127248"/>
            <a:ext cx="8961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最近代码停在 2025-08-26 第 14 期。近 7 日零提交；昨日仅有 #81 安装问题讨论。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0972800" cy="1170432"/>
          </a:xfrm>
          <a:prstGeom prst="rect">
            <a:avLst/>
          </a:prstGeom>
          <a:solidFill>
            <a:srgbClr val="013A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4453128"/>
            <a:ext cx="8961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本周先处理安装文档与 #5 生成失败，再补最小 CI，避免教学路径继续踩坑。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下一份日报：2026-08-30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2026-08-29</dc:title>
  <dc:subject>AI 零代码应用生成平台项目状态</dc:subject>
  <dc:creator>yu-ai-code-mother 维护简报</dc:creator>
  <cp:lastModifiedBy>yu-ai-code-mother 维护简报</cp:lastModifiedBy>
  <cp:revision>1</cp:revision>
  <dcterms:created xsi:type="dcterms:W3CDTF">2026-08-29T09:21:12Z</dcterms:created>
  <dcterms:modified xsi:type="dcterms:W3CDTF">2026-08-29T09:21:12Z</dcterms:modified>
</cp:coreProperties>
</file>