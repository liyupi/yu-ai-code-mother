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1"/>
          <p:cNvSpPr/>
          <p:nvPr/>
        </p:nvSpPr>
        <p:spPr>
          <a:xfrm>
            <a:off x="10561320" y="-868680"/>
            <a:ext cx="2651760" cy="2651760"/>
          </a:xfrm>
          <a:prstGeom prst="ellipse">
            <a:avLst/>
          </a:prstGeom>
          <a:solidFill>
            <a:srgbClr val="017A6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966960" y="5349240"/>
            <a:ext cx="2103120" cy="21031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DAILY STATUS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0A4A5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0896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  北京时间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310896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0A4A52"/>
          </a:solidFill>
          <a:ln/>
        </p:spPr>
      </p:sp>
      <p:sp>
        <p:nvSpPr>
          <p:cNvPr id="12" name="Text 9"/>
          <p:cNvSpPr/>
          <p:nvPr/>
        </p:nvSpPr>
        <p:spPr>
          <a:xfrm>
            <a:off x="4160520" y="310896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团队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3108960"/>
            <a:ext cx="3154680" cy="420624"/>
          </a:xfrm>
          <a:prstGeom prst="roundRect">
            <a:avLst>
              <a:gd name="adj" fmla="val 17391"/>
            </a:avLst>
          </a:prstGeom>
          <a:solidFill>
            <a:srgbClr val="0A4A52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310896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观察窗口 近 7 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A4A52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77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731520" y="4800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教程期次基线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42900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A4A52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3977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3520440" y="4800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1792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A4A52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3977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309360" y="4800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00684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A4A52"/>
          </a:solidFill>
          <a:ln/>
        </p:spPr>
      </p:sp>
      <p:sp>
        <p:nvSpPr>
          <p:cNvPr id="25" name="Text 22"/>
          <p:cNvSpPr/>
          <p:nvPr/>
        </p:nvSpPr>
        <p:spPr>
          <a:xfrm>
            <a:off x="9006840" y="3977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098280" y="4800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" y="6126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数据来源：仓库 README、模块目录、git 历史、GitHub Issues / 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把仓库现状压成四条可执行判断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157276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67335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15910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稳定基线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7724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能力仍锚定 2025-08-26 教程第 14 期：单体完整代码加微服务改造完成。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17920" y="12801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492240" y="1572768"/>
            <a:ext cx="475488" cy="475488"/>
          </a:xfrm>
          <a:prstGeom prst="ellipse">
            <a:avLst/>
          </a:prstGeom>
          <a:solidFill>
            <a:srgbClr val="0147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6733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15910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日静默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49224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无业务提交。仓库活跃主要来自日报 Draft PR，编号 96 到 102。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0292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4133088"/>
            <a:ext cx="475488" cy="475488"/>
          </a:xfrm>
          <a:prstGeom prst="ellipse">
            <a:avLst/>
          </a:prstGeom>
          <a:solidFill>
            <a:srgbClr val="9A3F1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2336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1513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三处未闭环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77240" y="4800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5 推理字段、81 前端镜像安装、65 联网搜索工具仍开放。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1792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92240" y="41330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23367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41513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工程缺口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6492240" y="4800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测试工作流。产品指标已埋点，尚未接入生产看板。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应用生成平台，覆盖智能体到微服务全链路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553212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280160"/>
            <a:ext cx="109728" cy="4937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1444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22960" y="190195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用户用自然语言描述需求，平台自动路由生成策略、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流式产出代码、实时预览并支持一键部署。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同时提供用户、应用、对话后台与 AI 调用监控。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68680" y="32186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31089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三种生成模式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70432" y="33832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HTML、多文件、Vue 工程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68680" y="39502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3"/>
          <p:cNvSpPr/>
          <p:nvPr/>
        </p:nvSpPr>
        <p:spPr>
          <a:xfrm>
            <a:off x="1170432" y="3840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双形态交付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70432" y="4114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Spring Boot 与微服务拆分并存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68680" y="46817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1170432" y="4572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前端工作台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170432" y="4846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对话预览、部署与管理页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8680" y="54132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1170432" y="53035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可观测底座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170432" y="5577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Micrometer、Prometheus、Grafana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5508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537960" y="14813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72768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50024" y="1499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5379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09828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281160" y="14813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57276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793224" y="1499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引擎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2811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与 LangGraph4j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355080" y="2971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537960" y="31729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64408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50024" y="31912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653796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+ Dubbo 3.3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9098280" y="2971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9281160" y="31729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264408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793224" y="31912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928116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+ Vite 7 + AntD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6355080" y="46634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537960" y="48646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956048"/>
            <a:ext cx="219456" cy="21945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050024" y="48828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存储</a:t>
            </a:r>
            <a:endParaRPr lang="en-US" sz="1600" dirty="0"/>
          </a:p>
        </p:txBody>
      </p:sp>
      <p:sp>
        <p:nvSpPr>
          <p:cNvPr id="49" name="Text 40"/>
          <p:cNvSpPr/>
          <p:nvPr/>
        </p:nvSpPr>
        <p:spPr>
          <a:xfrm>
            <a:off x="653796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 / COS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9098280" y="46634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9281160" y="48646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4956048"/>
            <a:ext cx="219456" cy="219456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9793224" y="48828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</a:t>
            </a:r>
            <a:endParaRPr lang="en-US" sz="1600" dirty="0"/>
          </a:p>
        </p:txBody>
      </p:sp>
      <p:sp>
        <p:nvSpPr>
          <p:cNvPr id="54" name="Text 44"/>
          <p:cNvSpPr/>
          <p:nvPr/>
        </p:nvSpPr>
        <p:spPr>
          <a:xfrm>
            <a:off x="928116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/ Prometheus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四条产品主线均已在第 14 期基线落地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2578608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280160"/>
            <a:ext cx="257860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7"/>
          <p:cNvSpPr/>
          <p:nvPr/>
        </p:nvSpPr>
        <p:spPr>
          <a:xfrm>
            <a:off x="1481328" y="1536192"/>
            <a:ext cx="621792" cy="621792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6642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" y="2606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67512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7512" y="3703320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需求描述后自动路由 HTML、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多文件或 Vue 工程。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工具调用写文件，SSE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流式展示执行过程。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319272" y="1280160"/>
            <a:ext cx="2578608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19272" y="1280160"/>
            <a:ext cx="2578608" cy="114300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18" name="Shape 13"/>
          <p:cNvSpPr/>
          <p:nvPr/>
        </p:nvSpPr>
        <p:spPr>
          <a:xfrm>
            <a:off x="4297680" y="1536192"/>
            <a:ext cx="621792" cy="621792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6642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83864" y="2606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483864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3483864" y="3703320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右侧实时预览生成站点，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可点选元素并继续与 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对话迭代，直到页面满意。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135624" y="1280160"/>
            <a:ext cx="2578608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135624" y="1280160"/>
            <a:ext cx="257860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19"/>
          <p:cNvSpPr/>
          <p:nvPr/>
        </p:nvSpPr>
        <p:spPr>
          <a:xfrm>
            <a:off x="7114032" y="1536192"/>
            <a:ext cx="621792" cy="621792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6642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0216" y="2606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300216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6300216" y="3703320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部署到云端并自动截封面，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拿到可访问地址，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同时支持完整项目源码下载。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951976" y="1280160"/>
            <a:ext cx="2578608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951976" y="1280160"/>
            <a:ext cx="2578608" cy="114300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32" name="Shape 25"/>
          <p:cNvSpPr/>
          <p:nvPr/>
        </p:nvSpPr>
        <p:spPr>
          <a:xfrm>
            <a:off x="9930384" y="1536192"/>
            <a:ext cx="621792" cy="621792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664208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16568" y="2606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116568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6" name="Text 28"/>
          <p:cNvSpPr/>
          <p:nvPr/>
        </p:nvSpPr>
        <p:spPr>
          <a:xfrm>
            <a:off x="9116568" y="3703320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精选应用、限流护栏、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审查与 AI 调用监控。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单体教学基线与微服务拆分并行，前端独立工作台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280160"/>
            <a:ext cx="3566160" cy="109728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11" name="Text 7"/>
          <p:cNvSpPr/>
          <p:nvPr/>
        </p:nvSpPr>
        <p:spPr>
          <a:xfrm>
            <a:off x="704088" y="13898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04088" y="187452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目录 · Spring Boot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26060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2606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 / Workflow SSE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34290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工厂、工具集、输入输出护栏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42519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251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工作流与并发节点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50749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5074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限流、截图、COS、项目下载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97680" y="128016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297680" y="1280160"/>
            <a:ext cx="3566160" cy="109728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23" name="Text 19"/>
          <p:cNvSpPr/>
          <p:nvPr/>
        </p:nvSpPr>
        <p:spPr>
          <a:xfrm>
            <a:off x="4498848" y="13898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498848" y="187452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Maven 模块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480560" y="26060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26" name="Text 22"/>
          <p:cNvSpPr/>
          <p:nvPr/>
        </p:nvSpPr>
        <p:spPr>
          <a:xfrm>
            <a:off x="4617720" y="2606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480560" y="34290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28" name="Text 24"/>
          <p:cNvSpPr/>
          <p:nvPr/>
        </p:nvSpPr>
        <p:spPr>
          <a:xfrm>
            <a:off x="461772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480560" y="42519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30" name="Text 26"/>
          <p:cNvSpPr/>
          <p:nvPr/>
        </p:nvSpPr>
        <p:spPr>
          <a:xfrm>
            <a:off x="4617720" y="4251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+ Nacos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480560" y="50749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32" name="Text 28"/>
          <p:cNvSpPr/>
          <p:nvPr/>
        </p:nvSpPr>
        <p:spPr>
          <a:xfrm>
            <a:off x="4617720" y="5074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3.3 跨服务调用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8092440" y="128016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092440" y="1280160"/>
            <a:ext cx="3566160" cy="109728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35" name="Text 31"/>
          <p:cNvSpPr/>
          <p:nvPr/>
        </p:nvSpPr>
        <p:spPr>
          <a:xfrm>
            <a:off x="8293608" y="13898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前端与运维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8293608" y="187452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工作台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8275320" y="26060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38" name="Text 34"/>
          <p:cNvSpPr/>
          <p:nvPr/>
        </p:nvSpPr>
        <p:spPr>
          <a:xfrm>
            <a:off x="8412480" y="2606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首页创建、对话预览、部署弹窗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8275320" y="34290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40" name="Text 36"/>
          <p:cNvSpPr/>
          <p:nvPr/>
        </p:nvSpPr>
        <p:spPr>
          <a:xfrm>
            <a:off x="841248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应用、用户、对话管理页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275320" y="42519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42" name="Text 38"/>
          <p:cNvSpPr/>
          <p:nvPr/>
        </p:nvSpPr>
        <p:spPr>
          <a:xfrm>
            <a:off x="8412480" y="4251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本地测试 15 个以上，无仓库 CI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275320" y="50749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/>
        </p:spPr>
      </p:sp>
      <p:sp>
        <p:nvSpPr>
          <p:cNvPr id="44" name="Text 40"/>
          <p:cNvSpPr/>
          <p:nvPr/>
        </p:nvSpPr>
        <p:spPr>
          <a:xfrm>
            <a:off x="8412480" y="5074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目录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日无业务合入；最近一次功能基线仍是微服务改造收口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690372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77240" y="1444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时间线（仓库事实）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22960" y="211226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8"/>
          <p:cNvSpPr/>
          <p:nvPr/>
        </p:nvSpPr>
        <p:spPr>
          <a:xfrm>
            <a:off x="896112" y="2313432"/>
            <a:ext cx="36576" cy="585216"/>
          </a:xfrm>
          <a:prstGeom prst="rect">
            <a:avLst/>
          </a:prstGeom>
          <a:solidFill>
            <a:srgbClr val="B7D6D1"/>
          </a:solidFill>
          <a:ln/>
        </p:spPr>
      </p:sp>
      <p:sp>
        <p:nvSpPr>
          <p:cNvPr id="13" name="Text 9"/>
          <p:cNvSpPr/>
          <p:nvPr/>
        </p:nvSpPr>
        <p:spPr>
          <a:xfrm>
            <a:off x="1188720" y="19659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34640" y="1984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期系统优化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34640" y="22585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审查、稳定性与成本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291693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118104"/>
            <a:ext cx="36576" cy="585216"/>
          </a:xfrm>
          <a:prstGeom prst="rect">
            <a:avLst/>
          </a:prstGeom>
          <a:solidFill>
            <a:srgbClr val="B7D6D1"/>
          </a:solidFill>
          <a:ln/>
        </p:spPr>
      </p:sp>
      <p:sp>
        <p:nvSpPr>
          <p:cNvPr id="18" name="Text 14"/>
          <p:cNvSpPr/>
          <p:nvPr/>
        </p:nvSpPr>
        <p:spPr>
          <a:xfrm>
            <a:off x="1188720" y="27706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34640" y="2788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与 13 期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834640" y="3063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部署上线，并补齐 Prometheus / Grafana 可观测性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22960" y="372160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18"/>
          <p:cNvSpPr/>
          <p:nvPr/>
        </p:nvSpPr>
        <p:spPr>
          <a:xfrm>
            <a:off x="896112" y="3922776"/>
            <a:ext cx="36576" cy="585216"/>
          </a:xfrm>
          <a:prstGeom prst="rect">
            <a:avLst/>
          </a:prstGeom>
          <a:solidFill>
            <a:srgbClr val="B7D6D1"/>
          </a:solidFill>
          <a:ln/>
        </p:spPr>
      </p:sp>
      <p:sp>
        <p:nvSpPr>
          <p:cNvPr id="23" name="Text 19"/>
          <p:cNvSpPr/>
          <p:nvPr/>
        </p:nvSpPr>
        <p:spPr>
          <a:xfrm>
            <a:off x="1188720" y="35753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834640" y="3593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期收口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2834640" y="3867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微服务改造完成，master 保留完整单体代码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22960" y="452628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3"/>
          <p:cNvSpPr/>
          <p:nvPr/>
        </p:nvSpPr>
        <p:spPr>
          <a:xfrm>
            <a:off x="896112" y="4727448"/>
            <a:ext cx="36576" cy="585216"/>
          </a:xfrm>
          <a:prstGeom prst="rect">
            <a:avLst/>
          </a:prstGeom>
          <a:solidFill>
            <a:srgbClr val="B7D6D1"/>
          </a:solidFill>
          <a:ln/>
        </p:spPr>
      </p:sp>
      <p:sp>
        <p:nvSpPr>
          <p:cNvPr id="28" name="Text 24"/>
          <p:cNvSpPr/>
          <p:nvPr/>
        </p:nvSpPr>
        <p:spPr>
          <a:xfrm>
            <a:off x="1188720" y="437997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834640" y="43982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日报自动化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2834640" y="46725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 96 到 102，仅新增 docs/reports 状态稿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22960" y="533095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8"/>
          <p:cNvSpPr/>
          <p:nvPr/>
        </p:nvSpPr>
        <p:spPr>
          <a:xfrm>
            <a:off x="1188720" y="518464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2834640" y="5202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 4 日汇报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2834640" y="5477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102 已开，结论仍是基线冻结、问题未闭环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680960" y="12801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680960" y="1280160"/>
            <a:ext cx="10972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3"/>
          <p:cNvSpPr/>
          <p:nvPr/>
        </p:nvSpPr>
        <p:spPr>
          <a:xfrm>
            <a:off x="80010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2400" dirty="0"/>
          </a:p>
        </p:txBody>
      </p:sp>
      <p:sp>
        <p:nvSpPr>
          <p:cNvPr id="38" name="Text 34"/>
          <p:cNvSpPr/>
          <p:nvPr/>
        </p:nvSpPr>
        <p:spPr>
          <a:xfrm>
            <a:off x="8001000" y="1847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历史提交（至 08-26）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7680960" y="256032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680960" y="2560320"/>
            <a:ext cx="10972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7"/>
          <p:cNvSpPr/>
          <p:nvPr/>
        </p:nvSpPr>
        <p:spPr>
          <a:xfrm>
            <a:off x="800100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42" name="Text 38"/>
          <p:cNvSpPr/>
          <p:nvPr/>
        </p:nvSpPr>
        <p:spPr>
          <a:xfrm>
            <a:off x="8001000" y="31272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期当日提交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7680960" y="384048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7680960" y="3840480"/>
            <a:ext cx="109728" cy="1051560"/>
          </a:xfrm>
          <a:prstGeom prst="rect">
            <a:avLst/>
          </a:prstGeom>
          <a:solidFill>
            <a:srgbClr val="9A3F12"/>
          </a:solidFill>
          <a:ln/>
        </p:spPr>
      </p:sp>
      <p:sp>
        <p:nvSpPr>
          <p:cNvPr id="45" name="Text 41"/>
          <p:cNvSpPr/>
          <p:nvPr/>
        </p:nvSpPr>
        <p:spPr>
          <a:xfrm>
            <a:off x="80010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46" name="Text 42"/>
          <p:cNvSpPr/>
          <p:nvPr/>
        </p:nvSpPr>
        <p:spPr>
          <a:xfrm>
            <a:off x="8001000" y="4407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30 日业务提交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7680960" y="512064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7680960" y="5120640"/>
            <a:ext cx="109728" cy="105156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49" name="Text 45"/>
          <p:cNvSpPr/>
          <p:nvPr/>
        </p:nvSpPr>
        <p:spPr>
          <a:xfrm>
            <a:off x="8001000" y="5212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2400" dirty="0"/>
          </a:p>
        </p:txBody>
      </p:sp>
      <p:sp>
        <p:nvSpPr>
          <p:cNvPr id="50" name="Text 46"/>
          <p:cNvSpPr/>
          <p:nvPr/>
        </p:nvSpPr>
        <p:spPr>
          <a:xfrm>
            <a:off x="8001000" y="5687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昨日日报 Draft 编号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代码已埋点，生产看板尚未回填；下列为接入状态，不是虚报业务量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257860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280160"/>
            <a:ext cx="2578608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649224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未采集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49224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 / 日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9224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日生成次数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待接入生产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319272" y="1280160"/>
            <a:ext cx="257860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19272" y="1280160"/>
            <a:ext cx="2578608" cy="109728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17" name="Text 13"/>
          <p:cNvSpPr/>
          <p:nvPr/>
        </p:nvSpPr>
        <p:spPr>
          <a:xfrm>
            <a:off x="3465576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未采集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465576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65576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模型消耗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65576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待接入生产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35624" y="1280160"/>
            <a:ext cx="257860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35624" y="1280160"/>
            <a:ext cx="2578608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19"/>
          <p:cNvSpPr/>
          <p:nvPr/>
        </p:nvSpPr>
        <p:spPr>
          <a:xfrm>
            <a:off x="6281928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未采集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6281928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百分比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281928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281928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待接入生产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951976" y="1280160"/>
            <a:ext cx="257860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951976" y="1280160"/>
            <a:ext cx="2578608" cy="109728"/>
          </a:xfrm>
          <a:prstGeom prst="rect">
            <a:avLst/>
          </a:prstGeom>
          <a:solidFill>
            <a:srgbClr val="9A3F12"/>
          </a:solidFill>
          <a:ln/>
        </p:spPr>
      </p:sp>
      <p:sp>
        <p:nvSpPr>
          <p:cNvPr id="29" name="Text 25"/>
          <p:cNvSpPr/>
          <p:nvPr/>
        </p:nvSpPr>
        <p:spPr>
          <a:xfrm>
            <a:off x="909828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未采集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9098280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时延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0982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生成响应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0982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待接入生产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02920" y="3886200"/>
            <a:ext cx="11155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777240" y="40416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已具备、可立刻对接的工程信号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777240" y="4526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77724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请求、错误、Token、耗时已按 user / app / model 打标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6217920" y="4526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抓取配置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621792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指向本机 8123 的 actuator 端点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77240" y="5276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本地测试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777240" y="55504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 15 个以上测试类，但没有自动化门禁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6217920" y="5276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仓库规模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6217920" y="55504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Java 约 146 文件，前端 17 个 Vue 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与工程债并列，优先处理会影响学员复现的路径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280160"/>
            <a:ext cx="109728" cy="2286000"/>
          </a:xfrm>
          <a:prstGeom prst="rect">
            <a:avLst/>
          </a:prstGeom>
          <a:solidFill>
            <a:srgbClr val="9B1C1C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153619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DECEC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15361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·  Issue 5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工程生成失败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22960" y="2468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模式缺少 reasoning_content，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助手消息校验失败，Vue 工程路径不可用。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109728" cy="2286000"/>
          </a:xfrm>
          <a:prstGeom prst="rect">
            <a:avLst/>
          </a:prstGeom>
          <a:solidFill>
            <a:srgbClr val="9A3F1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7960" y="153619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EF3E8"/>
          </a:solidFill>
          <a:ln/>
        </p:spPr>
      </p:sp>
      <p:sp>
        <p:nvSpPr>
          <p:cNvPr id="18" name="Text 14"/>
          <p:cNvSpPr/>
          <p:nvPr/>
        </p:nvSpPr>
        <p:spPr>
          <a:xfrm>
            <a:off x="6537960" y="15361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Issue 81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3796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npm 安装失败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537960" y="2468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@vitejs/plugin-vue 6。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学员按视频改 registry 后无法安装依赖。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02920" y="384048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3840480"/>
            <a:ext cx="109728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9"/>
          <p:cNvSpPr/>
          <p:nvPr/>
        </p:nvSpPr>
        <p:spPr>
          <a:xfrm>
            <a:off x="822960" y="409651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E4F7F0"/>
          </a:solidFill>
          <a:ln/>
        </p:spPr>
      </p:sp>
      <p:sp>
        <p:nvSpPr>
          <p:cNvPr id="24" name="Text 20"/>
          <p:cNvSpPr/>
          <p:nvPr/>
        </p:nvSpPr>
        <p:spPr>
          <a:xfrm>
            <a:off x="822960" y="40965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Issue 65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4572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联网搜索未落地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822960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搜索工具提案仍开放，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生成时无法拉取实时参考内容。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217920" y="384048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3840480"/>
            <a:ext cx="109728" cy="2286000"/>
          </a:xfrm>
          <a:prstGeom prst="rect">
            <a:avLst/>
          </a:prstGeom>
          <a:solidFill>
            <a:srgbClr val="014751"/>
          </a:solidFill>
          <a:ln/>
        </p:spPr>
      </p:sp>
      <p:sp>
        <p:nvSpPr>
          <p:cNvPr id="29" name="Shape 25"/>
          <p:cNvSpPr/>
          <p:nvPr/>
        </p:nvSpPr>
        <p:spPr>
          <a:xfrm>
            <a:off x="6537960" y="409651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EAF4F8"/>
          </a:solidFill>
          <a:ln/>
        </p:spPr>
      </p:sp>
      <p:sp>
        <p:nvSpPr>
          <p:cNvPr id="30" name="Text 26"/>
          <p:cNvSpPr/>
          <p:nvPr/>
        </p:nvSpPr>
        <p:spPr>
          <a:xfrm>
            <a:off x="6537960" y="40965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工程债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537960" y="4572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 CI 与候选版依赖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537960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仓库无测试工作流。LangGraph4j 仍是 1.6.0-rc2。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中间态提交不可单独使用。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329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9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377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097280" y="768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按阻塞学员路径、工程门禁、可观测性的顺序推进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21240" y="347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2026-09-05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8016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13232" y="146304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14630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91640" y="137160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Issue 5 推理字段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171907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在流式与工具调用链路补齐 reasoning_content，回归 Vue 工程生成。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228600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246888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" y="24688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91640" y="237744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写清前端安装说明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1640" y="272491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标明官方源或可用镜像，避免再踩 Vite 7 插件 404。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2920" y="329184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347472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713232" y="34747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691640" y="338328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补最小持续集成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691640" y="373075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对单体测试与前端 lint、类型检查加 GitHub Actions，挡住静默回归。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02920" y="429768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13232" y="448056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6" name="Text 22"/>
          <p:cNvSpPr/>
          <p:nvPr/>
        </p:nvSpPr>
        <p:spPr>
          <a:xfrm>
            <a:off x="713232" y="448056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691640" y="438912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关闭或落地 Issue 65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691640" y="473659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要么接入受控搜索工具，要么明确不做并关闭提案，避免期望空转。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" y="530352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32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13232" y="548640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1" name="Text 27"/>
          <p:cNvSpPr/>
          <p:nvPr/>
        </p:nvSpPr>
        <p:spPr>
          <a:xfrm>
            <a:off x="713232" y="548640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691640" y="539496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接通生产指标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1691640" y="574243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把已有 Micrometer 计数接到 Grafana，填日生成、Token、时延与错误率。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能力完整，节奏冻结；先修学员阻塞，再补门禁与看板。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20440" cy="3520440"/>
          </a:xfrm>
          <a:prstGeom prst="rect">
            <a:avLst/>
          </a:prstGeom>
          <a:solidFill>
            <a:srgbClr val="0E5C6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691640"/>
            <a:ext cx="35204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96112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产品能力已齐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96112" y="3246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生成、预览、部署、管理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四条主线可讲可演示，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基线仍是第 14 期。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520440" cy="3520440"/>
          </a:xfrm>
          <a:prstGeom prst="rect">
            <a:avLst/>
          </a:prstGeom>
          <a:solidFill>
            <a:srgbClr val="0E5C66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1691640"/>
            <a:ext cx="35204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464515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645152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开发节奏停滞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45152" y="3246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超过一年无业务合入。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日只有日报 Draft，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不代表功能在演进。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38160" y="1691640"/>
            <a:ext cx="3520440" cy="3520440"/>
          </a:xfrm>
          <a:prstGeom prst="rect">
            <a:avLst/>
          </a:prstGeom>
          <a:solidFill>
            <a:srgbClr val="0E5C66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0" y="1691640"/>
            <a:ext cx="35204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94192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先清阻塞再扩张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94192" y="3246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 Issue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与前端安装文档，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再补 CI 与指标。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" y="59893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下一份日报：2026-09-06    本文件：docs/reports/project-status-2026-09-05.pptx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2026-09-05</dc:title>
  <dc:subject>AI 零代码应用生成平台项目状态</dc:subject>
  <dc:creator>yu-ai-code-mother 维护团队</dc:creator>
  <cp:lastModifiedBy>yu-ai-code-mother 维护团队</cp:lastModifiedBy>
  <cp:revision>1</cp:revision>
  <dcterms:created xsi:type="dcterms:W3CDTF">2026-09-05T09:15:50Z</dcterms:created>
  <dcterms:modified xsi:type="dcterms:W3CDTF">2026-09-05T09:15:50Z</dcterms:modified>
</cp:coreProperties>
</file>