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0"/>
            <a:ext cx="2834640" cy="6858000"/>
          </a:xfrm>
          <a:prstGeom prst="rect">
            <a:avLst/>
          </a:prstGeom>
          <a:solidFill>
            <a:srgbClr val="064048"/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54864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850392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09760" y="2395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期基线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0" y="3063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停滞  378 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09760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  3 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509760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构建  未配置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5544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1965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面向项目维护者与教学团队的运行快照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0080" y="34747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2026-09-08  ·  北京时间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5989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单体与微服务并存  ·  教程第 14 期完成态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代码生成平台，当前处于第 14 期微服务改造完成态。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7178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37160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5179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18470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用户描述需求，平台用智能体与工作流生成可预览、可编辑、可部署的网站应用。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51760"/>
            <a:ext cx="7178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65176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7980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受众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31272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编程导航学员与维护者；对标大厂 AI 应用生成器的全栈教学项目。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7178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393192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0782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形态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2960" y="4407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根目录保留完整单体；microservice 目录提供 7 模块拆分。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2920" y="5212080"/>
            <a:ext cx="7178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" y="521208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3583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基线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" y="56875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893918c（2025-08-26）。近 7 日与近 30 日均无业务提交。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955280" y="1371600"/>
            <a:ext cx="3703320" cy="4800600"/>
          </a:xfrm>
          <a:prstGeom prst="rect">
            <a:avLst/>
          </a:prstGeom>
          <a:solidFill>
            <a:srgbClr val="042F38"/>
          </a:solidFill>
          <a:ln/>
        </p:spPr>
      </p:sp>
      <p:sp>
        <p:nvSpPr>
          <p:cNvPr id="24" name="Text 21"/>
          <p:cNvSpPr/>
          <p:nvPr/>
        </p:nvSpPr>
        <p:spPr>
          <a:xfrm>
            <a:off x="8183880" y="15727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技术栈快照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8211312" y="21762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3"/>
          <p:cNvSpPr/>
          <p:nvPr/>
        </p:nvSpPr>
        <p:spPr>
          <a:xfrm>
            <a:off x="8503920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/ Java 21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211312" y="27066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8503920" y="26334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1.1.0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211312" y="32369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/>
          <p:nvPr/>
        </p:nvSpPr>
        <p:spPr>
          <a:xfrm>
            <a:off x="8503920" y="31638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1.6.0-rc2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211312" y="37673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9"/>
          <p:cNvSpPr/>
          <p:nvPr/>
        </p:nvSpPr>
        <p:spPr>
          <a:xfrm>
            <a:off x="8503920" y="3694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+ Vite 7 + AntDV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8211312" y="42976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1"/>
          <p:cNvSpPr/>
          <p:nvPr/>
        </p:nvSpPr>
        <p:spPr>
          <a:xfrm>
            <a:off x="8503920" y="4224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3.3 + Nacos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211312" y="48280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/>
          <p:nvPr/>
        </p:nvSpPr>
        <p:spPr>
          <a:xfrm>
            <a:off x="8503920" y="4754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Redisson / MySQL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211312" y="53583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5"/>
          <p:cNvSpPr/>
          <p:nvPr/>
        </p:nvSpPr>
        <p:spPr>
          <a:xfrm>
            <a:off x="8503920" y="5285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四大核心能力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143000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43560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4533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0472" y="14721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21945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按需求路由 HTML、多文件或 Vue 工程。通过工具写改删文件，并用 SSE 流式展示推理与执行过程。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355080" y="1143000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143560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54533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42632" y="14721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629400" y="219456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在预览页选中元素后与 AI 对话。原生模式全量改写，工程模式做增量补丁，直到页面满意为止。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2920" y="3840480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13308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4281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0472" y="416966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77240" y="48920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部署到云端并自动截取封面，产出可访问地址；同时支持把完整项目源码打包下载。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355080" y="3840480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413308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4242816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42632" y="416966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6629400" y="48920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用户、应用、对话后台与精选置顶；配套 Prompt 审查、限流、多级缓存与可观测性。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模块与运行形态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361188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097280"/>
            <a:ext cx="36118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097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 src/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1520" y="23134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29260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31520" y="33649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Controller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39776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31520" y="4416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502920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31520" y="54681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数据表 user / app / chat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43400" y="1097280"/>
            <a:ext cx="3611880" cy="5212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1097280"/>
            <a:ext cx="3611880" cy="566928"/>
          </a:xfrm>
          <a:prstGeom prst="rect">
            <a:avLst/>
          </a:prstGeom>
          <a:solidFill>
            <a:srgbClr val="042F38"/>
          </a:solidFill>
          <a:ln/>
        </p:spPr>
      </p:sp>
      <p:sp>
        <p:nvSpPr>
          <p:cNvPr id="19" name="Text 16"/>
          <p:cNvSpPr/>
          <p:nvPr/>
        </p:nvSpPr>
        <p:spPr>
          <a:xfrm>
            <a:off x="4480560" y="10972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  七个模块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553712" y="19385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20848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通用能力与工具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53712" y="25420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2432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46320" y="26883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实体与枚举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53712" y="314553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484632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46320" y="3291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服务接口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53712" y="37490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46320" y="38953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账号登录与权限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53712" y="435254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0"/>
          <p:cNvSpPr/>
          <p:nvPr/>
        </p:nvSpPr>
        <p:spPr>
          <a:xfrm>
            <a:off x="484632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46320" y="4498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应用生命周期与对话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553712" y="495604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/>
          <p:nvPr/>
        </p:nvSpPr>
        <p:spPr>
          <a:xfrm>
            <a:off x="484632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46320" y="51023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生成、路由、工具、工作流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53712" y="555955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5449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846320" y="57058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封面截图与对象存储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183880" y="1097280"/>
            <a:ext cx="3474720" cy="5212080"/>
          </a:xfrm>
          <a:prstGeom prst="rect">
            <a:avLst/>
          </a:prstGeom>
          <a:solidFill>
            <a:srgbClr val="042F38"/>
          </a:solidFill>
          <a:ln/>
        </p:spPr>
      </p:sp>
      <p:sp>
        <p:nvSpPr>
          <p:cNvPr id="42" name="Text 39"/>
          <p:cNvSpPr/>
          <p:nvPr/>
        </p:nvSpPr>
        <p:spPr>
          <a:xfrm>
            <a:off x="8366760" y="1261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前端页面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836676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首页创建与精选列表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366760" y="2368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应用对话与实时预览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8366760" y="2953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应用信息编辑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8366760" y="3538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登录与注册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366760" y="41239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管理：用户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36676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管理：应用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8366760" y="5294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管理：对话历史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观察窗口：2026-09-01 至 2026-09-08（近 7 日优先）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353312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463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395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无新提交，能力面与昨日一致。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1353312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463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572000" y="20574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30 日业务提交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0" y="2395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最近业务提交仍是 2025-08-26 第 14 期。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83880" y="1353312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12480" y="14630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8412480" y="20574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 Draft PR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412480" y="23957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#94 至 #105 均未合并，今日再开一份。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3429000"/>
            <a:ext cx="111556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3584448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昨日与基线对照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31520" y="4005072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D4F4EE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0050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011680" y="4005072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自动化日报 PR #105 已开（Draft），覆盖能力基线、Issue 与 CI 缺口。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31520" y="4535424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D4F4EE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53542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011680" y="4535424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能力停在智能路由、可视化修改、LangGraph 工作流、限流审查与微服务拆分。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731520" y="5065776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D4F4EE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0657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011680" y="5065776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无新增无关闭；#5 仍有学员跟进，#81 作者改用 yarn，镜像避坑未写入文档。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31520" y="5596128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</p:sp>
      <p:sp>
        <p:nvSpPr>
          <p:cNvPr id="31" name="Text 28"/>
          <p:cNvSpPr/>
          <p:nvPr/>
        </p:nvSpPr>
        <p:spPr>
          <a:xfrm>
            <a:off x="731520" y="55961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011680" y="5596128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维护节奏以教学答疑与自动化汇报为主，产品代码进入长静止窗口。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2070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1264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 Git 提交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 2025 年 7–8 月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12070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53872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Java 文件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3872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154，微服务 118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12070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46480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前端业务页面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6480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 5，管理端 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28116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281160" y="12070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390888" y="19019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9088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 / 安装 / 提案 各 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320040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1520" y="3364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仓库可核验指标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1520" y="3822192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893918c，作者 1-鱼皮，2025-08-26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4–14 期提交均可在仓库追溯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数据模型：user、app、chat_history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监控清单：prometheus.yml 与 Grafana JSON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72200" y="320040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042F38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3364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运行指标采集缺口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40080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本环境无生产或预发实例，下列业务指标无法采集：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0" y="42976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日活、应用创建量、部署成功率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消耗、流式首包时延、失败率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限流触发次数、Prompt 拦截次数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 CI 状态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3611880" cy="52120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298448"/>
            <a:ext cx="420624" cy="420624"/>
          </a:xfrm>
          <a:prstGeom prst="ellipse">
            <a:avLst/>
          </a:prstGeom>
          <a:solidFill>
            <a:srgbClr val="C45C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898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13167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13232" y="19202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仓库没有构建、测试或前端 lint 工作流。仅有 Copilot coding agent，最近成功运行于 2026-03-09，与产品回归无关。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3232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" y="4069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无法从 CI 证明主干可编译、可启动或前端可构建。合并日报也不会触发质量门禁。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297680" y="1097280"/>
            <a:ext cx="3611880" cy="52120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07992" y="129844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389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56632" y="13167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本地测试资产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507992" y="196596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 Java 测试类，覆盖门面、解析、路由、截图与 LangGraph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多数依赖真实模型密钥和外部 API，空环境很难跑通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3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前端有 lint、type-check、build，没有自动化单测脚本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092440" y="1097280"/>
            <a:ext cx="3566160" cy="5212080"/>
          </a:xfrm>
          <a:prstGeom prst="roundRect">
            <a:avLst>
              <a:gd name="adj" fmla="val 2564"/>
            </a:avLst>
          </a:prstGeom>
          <a:solidFill>
            <a:srgbClr val="042F38"/>
          </a:solidFill>
          <a:ln/>
        </p:spPr>
      </p:sp>
      <p:sp>
        <p:nvSpPr>
          <p:cNvPr id="19" name="Text 14"/>
          <p:cNvSpPr/>
          <p:nvPr/>
        </p:nvSpPr>
        <p:spPr>
          <a:xfrm>
            <a:off x="83210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建议最小门禁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8366760" y="19659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6"/>
          <p:cNvSpPr/>
          <p:nvPr/>
        </p:nvSpPr>
        <p:spPr>
          <a:xfrm>
            <a:off x="83667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887968" y="19659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-DskipTests compile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366760" y="2971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19"/>
          <p:cNvSpPr/>
          <p:nvPr/>
        </p:nvSpPr>
        <p:spPr>
          <a:xfrm>
            <a:off x="83667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887968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可离线的解析器单测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366760" y="39776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2"/>
          <p:cNvSpPr/>
          <p:nvPr/>
        </p:nvSpPr>
        <p:spPr>
          <a:xfrm>
            <a:off x="836676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887968" y="3977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npm ci 与 lint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366760" y="49834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5"/>
          <p:cNvSpPr/>
          <p:nvPr/>
        </p:nvSpPr>
        <p:spPr>
          <a:xfrm>
            <a:off x="836676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887968" y="49834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密钥只用本地配置，禁止入库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风险、阻塞与未完成项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35331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B42318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13533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3350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  Vue 生成缺 reasoning_content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推理接口升级后，assistant 消息需带回推理字段。LangChain4j 1.1.0 未对齐，工具二次调用失败。已有学员复现，可换模型或打补丁。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55080" y="1097280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11112" y="135331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C45C26"/>
          </a:solidFill>
          <a:ln/>
        </p:spPr>
      </p:sp>
      <p:sp>
        <p:nvSpPr>
          <p:cNvPr id="13" name="Text 10"/>
          <p:cNvSpPr/>
          <p:nvPr/>
        </p:nvSpPr>
        <p:spPr>
          <a:xfrm>
            <a:off x="6611112" y="13533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13350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#81  清华 npm 镜像 404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187452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 源缺少 @vitejs/plugin-vue@6。作者改用 yarn 可以装上，但 README 没写镜像避坑，后端学员仍容易卡在第一步。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2920" y="3794760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" y="405079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C45C26"/>
          </a:solidFill>
          <a:ln/>
        </p:spPr>
      </p:sp>
      <p:sp>
        <p:nvSpPr>
          <p:cNvPr id="18" name="Text 15"/>
          <p:cNvSpPr/>
          <p:nvPr/>
        </p:nvSpPr>
        <p:spPr>
          <a:xfrm>
            <a:off x="758952" y="40507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54480" y="40325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  双形态长期并行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457200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单体与微服务同时维护。中间态提交已标明不可单独使用，默认启动路径却没在文档置顶，新人容易选错工程。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355080" y="3794760"/>
            <a:ext cx="56235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11112" y="4050792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F8EFC8"/>
          </a:solidFill>
          <a:ln/>
        </p:spPr>
      </p:sp>
      <p:sp>
        <p:nvSpPr>
          <p:cNvPr id="23" name="Text 20"/>
          <p:cNvSpPr/>
          <p:nvPr/>
        </p:nvSpPr>
        <p:spPr>
          <a:xfrm>
            <a:off x="6611112" y="40507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06640" y="40325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#65  You.com 搜索提案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29400" y="457200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拟为 Vue 工程模式增加联网搜索工具。目前没有评论、也没有评审结论，不应默认开工。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48640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457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0972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298448"/>
            <a:ext cx="749808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9844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27632" y="118872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#5 工具调用链路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27632" y="15361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DeepSeek 推理消息补 reasoning_content，或在文档里写明推荐非推理模型，并补一条可复现的回归说明。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1945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2395728"/>
            <a:ext cx="749808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39572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27632" y="228600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写清前端安装避坑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27632" y="263347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增加官方源、npmmirror 与 yarn 备选，关闭或转问答 #81，降低后端学员在安装阶段流失。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32918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3493008"/>
            <a:ext cx="749808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49300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27632" y="338328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 门禁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27632" y="37307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先做编译、无密钥单测和前端 lint，证明主干可构建，再讨论覆盖率。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43891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4590288"/>
            <a:ext cx="749808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59028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27632" y="448056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明确默认运行形态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27632" y="48280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置顶：跟教程用单体；拆分演练用 microservice，并链到第 14 期完成提交。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548640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42F38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" y="5687568"/>
            <a:ext cx="749808" cy="512064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687568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27632" y="557784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5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治理日报与提案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627632" y="5925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合并或关闭堆积的 Draft 日报；#65 先评审成本与隐私，再决定是否进工具箱。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能力完整、代码静止、社区问题仍在、质量门禁缺位。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064048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933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能力已闭环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生成、编辑、部署、管理与微服务拆分均已在第 14 期落地，可继续作为教学主线。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064048"/>
          </a:solidFill>
          <a:ln/>
        </p:spPr>
      </p:sp>
      <p:sp>
        <p:nvSpPr>
          <p:cNvPr id="9" name="Text 7"/>
          <p:cNvSpPr/>
          <p:nvPr/>
        </p:nvSpPr>
        <p:spPr>
          <a:xfrm>
            <a:off x="6601968" y="19933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主干进入长静止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01968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业务提交停留在 2025-08-26。近 7 日变化只有自动化日报，产品面没有增量。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064048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233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学员路径有坑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阻断 Vue 工程生成，#81 阻断前端安装。这两个不修，完课体验会被打断。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0640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01968" y="4233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下一步要收敛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01968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先修缺陷与文档，再补 CI；提案与日报堆积先治理，避免并行分叉。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2026-09-08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2026-09-08T09:14:13Z</dcterms:created>
  <dcterms:modified xsi:type="dcterms:W3CDTF">2026-09-08T09:14:13Z</dcterms:modified>
</cp:coreProperties>
</file>